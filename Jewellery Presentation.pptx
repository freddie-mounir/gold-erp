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Cairo Medium"/>
      <p:regular r:id="rId17"/>
      <p:bold r:id="rId18"/>
    </p:embeddedFont>
    <p:embeddedFont>
      <p:font typeface="Montserrat Black"/>
      <p:bold r:id="rId19"/>
      <p:boldItalic r:id="rId20"/>
    </p:embeddedFont>
    <p:embeddedFont>
      <p:font typeface="Poppins"/>
      <p:regular r:id="rId21"/>
      <p:bold r:id="rId22"/>
      <p:italic r:id="rId23"/>
      <p:boldItalic r:id="rId24"/>
    </p:embeddedFont>
    <p:embeddedFont>
      <p:font typeface="Bebas Neue"/>
      <p:regular r:id="rId25"/>
    </p:embeddedFont>
    <p:embeddedFont>
      <p:font typeface="Cairo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ghw8c7lB6EKN5cnt7MaMvf4QHq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Black-boldItalic.fntdata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Cairo-bold.fntdata"/><Relationship Id="rId25" Type="http://schemas.openxmlformats.org/officeDocument/2006/relationships/font" Target="fonts/BebasNeue-regular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CairoMedium-regular.fntdata"/><Relationship Id="rId16" Type="http://schemas.openxmlformats.org/officeDocument/2006/relationships/slide" Target="slides/slide12.xml"/><Relationship Id="rId19" Type="http://schemas.openxmlformats.org/officeDocument/2006/relationships/font" Target="fonts/MontserratBlack-bold.fntdata"/><Relationship Id="rId18" Type="http://schemas.openxmlformats.org/officeDocument/2006/relationships/font" Target="fonts/Cairo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heumatoid Awareness Day by Slidesgo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4"/>
          <p:cNvSpPr txBox="1"/>
          <p:nvPr>
            <p:ph type="ctrTitle"/>
          </p:nvPr>
        </p:nvSpPr>
        <p:spPr>
          <a:xfrm>
            <a:off x="1060800" y="1436597"/>
            <a:ext cx="7022400" cy="185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" type="subTitle"/>
          </p:nvPr>
        </p:nvSpPr>
        <p:spPr>
          <a:xfrm>
            <a:off x="1060875" y="3287000"/>
            <a:ext cx="7022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14"/>
          <p:cNvGrpSpPr/>
          <p:nvPr/>
        </p:nvGrpSpPr>
        <p:grpSpPr>
          <a:xfrm>
            <a:off x="6884682" y="-773054"/>
            <a:ext cx="1546086" cy="1546118"/>
            <a:chOff x="7339425" y="1867300"/>
            <a:chExt cx="1188200" cy="1188225"/>
          </a:xfrm>
        </p:grpSpPr>
        <p:sp>
          <p:nvSpPr>
            <p:cNvPr id="12" name="Google Shape;12;p14"/>
            <p:cNvSpPr/>
            <p:nvPr/>
          </p:nvSpPr>
          <p:spPr>
            <a:xfrm>
              <a:off x="7339425" y="1867300"/>
              <a:ext cx="1188200" cy="1188225"/>
            </a:xfrm>
            <a:custGeom>
              <a:rect b="b" l="l" r="r" t="t"/>
              <a:pathLst>
                <a:path extrusionOk="0" h="47529" w="47528">
                  <a:moveTo>
                    <a:pt x="23778" y="1"/>
                  </a:moveTo>
                  <a:cubicBezTo>
                    <a:pt x="10649" y="1"/>
                    <a:pt x="0" y="10621"/>
                    <a:pt x="0" y="23751"/>
                  </a:cubicBezTo>
                  <a:cubicBezTo>
                    <a:pt x="0" y="36880"/>
                    <a:pt x="10649" y="47528"/>
                    <a:pt x="23778" y="47528"/>
                  </a:cubicBezTo>
                  <a:cubicBezTo>
                    <a:pt x="36907" y="47528"/>
                    <a:pt x="47528" y="36880"/>
                    <a:pt x="47528" y="23751"/>
                  </a:cubicBezTo>
                  <a:cubicBezTo>
                    <a:pt x="47528" y="10621"/>
                    <a:pt x="36907" y="1"/>
                    <a:pt x="23778" y="1"/>
                  </a:cubicBezTo>
                  <a:close/>
                </a:path>
              </a:pathLst>
            </a:custGeom>
            <a:solidFill>
              <a:srgbClr val="5785A8">
                <a:alpha val="1843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4"/>
            <p:cNvSpPr/>
            <p:nvPr/>
          </p:nvSpPr>
          <p:spPr>
            <a:xfrm>
              <a:off x="7519225" y="2046400"/>
              <a:ext cx="829300" cy="829325"/>
            </a:xfrm>
            <a:custGeom>
              <a:rect b="b" l="l" r="r" t="t"/>
              <a:pathLst>
                <a:path extrusionOk="0" h="33173" w="33172">
                  <a:moveTo>
                    <a:pt x="16586" y="1"/>
                  </a:moveTo>
                  <a:cubicBezTo>
                    <a:pt x="7415" y="1"/>
                    <a:pt x="0" y="7444"/>
                    <a:pt x="0" y="16587"/>
                  </a:cubicBezTo>
                  <a:cubicBezTo>
                    <a:pt x="0" y="25758"/>
                    <a:pt x="7415" y="33172"/>
                    <a:pt x="16586" y="33172"/>
                  </a:cubicBezTo>
                  <a:cubicBezTo>
                    <a:pt x="25729" y="33172"/>
                    <a:pt x="33172" y="25758"/>
                    <a:pt x="33172" y="16587"/>
                  </a:cubicBezTo>
                  <a:cubicBezTo>
                    <a:pt x="33172" y="7444"/>
                    <a:pt x="25729" y="1"/>
                    <a:pt x="16586" y="1"/>
                  </a:cubicBezTo>
                  <a:close/>
                </a:path>
              </a:pathLst>
            </a:custGeom>
            <a:solidFill>
              <a:srgbClr val="5785A8">
                <a:alpha val="345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4"/>
            <p:cNvSpPr/>
            <p:nvPr/>
          </p:nvSpPr>
          <p:spPr>
            <a:xfrm>
              <a:off x="7670450" y="2198325"/>
              <a:ext cx="526150" cy="526175"/>
            </a:xfrm>
            <a:custGeom>
              <a:rect b="b" l="l" r="r" t="t"/>
              <a:pathLst>
                <a:path extrusionOk="0" h="21047" w="21046">
                  <a:moveTo>
                    <a:pt x="10537" y="1"/>
                  </a:moveTo>
                  <a:cubicBezTo>
                    <a:pt x="4711" y="1"/>
                    <a:pt x="0" y="4712"/>
                    <a:pt x="0" y="10510"/>
                  </a:cubicBezTo>
                  <a:cubicBezTo>
                    <a:pt x="0" y="16336"/>
                    <a:pt x="4711" y="21047"/>
                    <a:pt x="10537" y="21047"/>
                  </a:cubicBezTo>
                  <a:cubicBezTo>
                    <a:pt x="16335" y="21047"/>
                    <a:pt x="21046" y="16336"/>
                    <a:pt x="21046" y="10510"/>
                  </a:cubicBezTo>
                  <a:cubicBezTo>
                    <a:pt x="21046" y="4712"/>
                    <a:pt x="16335" y="1"/>
                    <a:pt x="105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15;p14"/>
          <p:cNvGrpSpPr/>
          <p:nvPr/>
        </p:nvGrpSpPr>
        <p:grpSpPr>
          <a:xfrm>
            <a:off x="713232" y="4370436"/>
            <a:ext cx="1546086" cy="1546118"/>
            <a:chOff x="7339425" y="1867300"/>
            <a:chExt cx="1188200" cy="1188225"/>
          </a:xfrm>
        </p:grpSpPr>
        <p:sp>
          <p:nvSpPr>
            <p:cNvPr id="16" name="Google Shape;16;p14"/>
            <p:cNvSpPr/>
            <p:nvPr/>
          </p:nvSpPr>
          <p:spPr>
            <a:xfrm>
              <a:off x="7339425" y="1867300"/>
              <a:ext cx="1188200" cy="1188225"/>
            </a:xfrm>
            <a:custGeom>
              <a:rect b="b" l="l" r="r" t="t"/>
              <a:pathLst>
                <a:path extrusionOk="0" h="47529" w="47528">
                  <a:moveTo>
                    <a:pt x="23778" y="1"/>
                  </a:moveTo>
                  <a:cubicBezTo>
                    <a:pt x="10649" y="1"/>
                    <a:pt x="0" y="10621"/>
                    <a:pt x="0" y="23751"/>
                  </a:cubicBezTo>
                  <a:cubicBezTo>
                    <a:pt x="0" y="36880"/>
                    <a:pt x="10649" y="47528"/>
                    <a:pt x="23778" y="47528"/>
                  </a:cubicBezTo>
                  <a:cubicBezTo>
                    <a:pt x="36907" y="47528"/>
                    <a:pt x="47528" y="36880"/>
                    <a:pt x="47528" y="23751"/>
                  </a:cubicBezTo>
                  <a:cubicBezTo>
                    <a:pt x="47528" y="10621"/>
                    <a:pt x="36907" y="1"/>
                    <a:pt x="23778" y="1"/>
                  </a:cubicBezTo>
                  <a:close/>
                </a:path>
              </a:pathLst>
            </a:custGeom>
            <a:solidFill>
              <a:srgbClr val="5785A8">
                <a:alpha val="1843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4"/>
            <p:cNvSpPr/>
            <p:nvPr/>
          </p:nvSpPr>
          <p:spPr>
            <a:xfrm>
              <a:off x="7519225" y="2046400"/>
              <a:ext cx="829300" cy="829325"/>
            </a:xfrm>
            <a:custGeom>
              <a:rect b="b" l="l" r="r" t="t"/>
              <a:pathLst>
                <a:path extrusionOk="0" h="33173" w="33172">
                  <a:moveTo>
                    <a:pt x="16586" y="1"/>
                  </a:moveTo>
                  <a:cubicBezTo>
                    <a:pt x="7415" y="1"/>
                    <a:pt x="0" y="7444"/>
                    <a:pt x="0" y="16587"/>
                  </a:cubicBezTo>
                  <a:cubicBezTo>
                    <a:pt x="0" y="25758"/>
                    <a:pt x="7415" y="33172"/>
                    <a:pt x="16586" y="33172"/>
                  </a:cubicBezTo>
                  <a:cubicBezTo>
                    <a:pt x="25729" y="33172"/>
                    <a:pt x="33172" y="25758"/>
                    <a:pt x="33172" y="16587"/>
                  </a:cubicBezTo>
                  <a:cubicBezTo>
                    <a:pt x="33172" y="7444"/>
                    <a:pt x="25729" y="1"/>
                    <a:pt x="16586" y="1"/>
                  </a:cubicBezTo>
                  <a:close/>
                </a:path>
              </a:pathLst>
            </a:custGeom>
            <a:solidFill>
              <a:srgbClr val="5785A8">
                <a:alpha val="345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4"/>
            <p:cNvSpPr/>
            <p:nvPr/>
          </p:nvSpPr>
          <p:spPr>
            <a:xfrm>
              <a:off x="7670450" y="2198325"/>
              <a:ext cx="526150" cy="526175"/>
            </a:xfrm>
            <a:custGeom>
              <a:rect b="b" l="l" r="r" t="t"/>
              <a:pathLst>
                <a:path extrusionOk="0" h="21047" w="21046">
                  <a:moveTo>
                    <a:pt x="10537" y="1"/>
                  </a:moveTo>
                  <a:cubicBezTo>
                    <a:pt x="4711" y="1"/>
                    <a:pt x="0" y="4712"/>
                    <a:pt x="0" y="10510"/>
                  </a:cubicBezTo>
                  <a:cubicBezTo>
                    <a:pt x="0" y="16336"/>
                    <a:pt x="4711" y="21047"/>
                    <a:pt x="10537" y="21047"/>
                  </a:cubicBezTo>
                  <a:cubicBezTo>
                    <a:pt x="16335" y="21047"/>
                    <a:pt x="21046" y="16336"/>
                    <a:pt x="21046" y="10510"/>
                  </a:cubicBezTo>
                  <a:cubicBezTo>
                    <a:pt x="21046" y="4712"/>
                    <a:pt x="16335" y="1"/>
                    <a:pt x="105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" name="Google Shape;19;p14"/>
          <p:cNvGrpSpPr/>
          <p:nvPr/>
        </p:nvGrpSpPr>
        <p:grpSpPr>
          <a:xfrm>
            <a:off x="-454483" y="-10753"/>
            <a:ext cx="865842" cy="5165006"/>
            <a:chOff x="-458975" y="-1"/>
            <a:chExt cx="865842" cy="5165006"/>
          </a:xfrm>
        </p:grpSpPr>
        <p:sp>
          <p:nvSpPr>
            <p:cNvPr id="20" name="Google Shape;20;p14"/>
            <p:cNvSpPr/>
            <p:nvPr/>
          </p:nvSpPr>
          <p:spPr>
            <a:xfrm>
              <a:off x="-458975" y="3326988"/>
              <a:ext cx="855245" cy="295131"/>
            </a:xfrm>
            <a:custGeom>
              <a:rect b="b" l="l" r="r" t="t"/>
              <a:pathLst>
                <a:path extrusionOk="0" h="6099" w="17674">
                  <a:moveTo>
                    <a:pt x="11736" y="1"/>
                  </a:moveTo>
                  <a:cubicBezTo>
                    <a:pt x="11619" y="1"/>
                    <a:pt x="11474" y="28"/>
                    <a:pt x="11290" y="76"/>
                  </a:cubicBezTo>
                  <a:cubicBezTo>
                    <a:pt x="10457" y="334"/>
                    <a:pt x="9633" y="460"/>
                    <a:pt x="8808" y="460"/>
                  </a:cubicBezTo>
                  <a:cubicBezTo>
                    <a:pt x="8030" y="460"/>
                    <a:pt x="7252" y="348"/>
                    <a:pt x="6467" y="132"/>
                  </a:cubicBezTo>
                  <a:cubicBezTo>
                    <a:pt x="6226" y="57"/>
                    <a:pt x="6052" y="11"/>
                    <a:pt x="5921" y="11"/>
                  </a:cubicBezTo>
                  <a:cubicBezTo>
                    <a:pt x="5659" y="11"/>
                    <a:pt x="5566" y="197"/>
                    <a:pt x="5436" y="717"/>
                  </a:cubicBezTo>
                  <a:cubicBezTo>
                    <a:pt x="5296" y="1275"/>
                    <a:pt x="5046" y="1749"/>
                    <a:pt x="4460" y="1832"/>
                  </a:cubicBezTo>
                  <a:cubicBezTo>
                    <a:pt x="3401" y="1944"/>
                    <a:pt x="2342" y="1972"/>
                    <a:pt x="1282" y="1972"/>
                  </a:cubicBezTo>
                  <a:cubicBezTo>
                    <a:pt x="864" y="1972"/>
                    <a:pt x="474" y="2027"/>
                    <a:pt x="251" y="2390"/>
                  </a:cubicBezTo>
                  <a:cubicBezTo>
                    <a:pt x="0" y="2724"/>
                    <a:pt x="0" y="3142"/>
                    <a:pt x="251" y="3505"/>
                  </a:cubicBezTo>
                  <a:cubicBezTo>
                    <a:pt x="452" y="3807"/>
                    <a:pt x="767" y="3927"/>
                    <a:pt x="1155" y="3927"/>
                  </a:cubicBezTo>
                  <a:cubicBezTo>
                    <a:pt x="1197" y="3927"/>
                    <a:pt x="1239" y="3926"/>
                    <a:pt x="1282" y="3923"/>
                  </a:cubicBezTo>
                  <a:cubicBezTo>
                    <a:pt x="2258" y="3811"/>
                    <a:pt x="3234" y="3728"/>
                    <a:pt x="4209" y="3672"/>
                  </a:cubicBezTo>
                  <a:cubicBezTo>
                    <a:pt x="4239" y="3671"/>
                    <a:pt x="4267" y="3670"/>
                    <a:pt x="4295" y="3670"/>
                  </a:cubicBezTo>
                  <a:cubicBezTo>
                    <a:pt x="4881" y="3670"/>
                    <a:pt x="5195" y="3946"/>
                    <a:pt x="5408" y="4425"/>
                  </a:cubicBezTo>
                  <a:cubicBezTo>
                    <a:pt x="5715" y="5094"/>
                    <a:pt x="6244" y="5567"/>
                    <a:pt x="6941" y="5790"/>
                  </a:cubicBezTo>
                  <a:cubicBezTo>
                    <a:pt x="7576" y="6002"/>
                    <a:pt x="8227" y="6099"/>
                    <a:pt x="8880" y="6099"/>
                  </a:cubicBezTo>
                  <a:cubicBezTo>
                    <a:pt x="9433" y="6099"/>
                    <a:pt x="9988" y="6030"/>
                    <a:pt x="10537" y="5902"/>
                  </a:cubicBezTo>
                  <a:cubicBezTo>
                    <a:pt x="11290" y="5735"/>
                    <a:pt x="11959" y="5317"/>
                    <a:pt x="12265" y="4536"/>
                  </a:cubicBezTo>
                  <a:cubicBezTo>
                    <a:pt x="12516" y="3960"/>
                    <a:pt x="12879" y="3631"/>
                    <a:pt x="13456" y="3631"/>
                  </a:cubicBezTo>
                  <a:cubicBezTo>
                    <a:pt x="13521" y="3631"/>
                    <a:pt x="13588" y="3636"/>
                    <a:pt x="13659" y="3644"/>
                  </a:cubicBezTo>
                  <a:cubicBezTo>
                    <a:pt x="14607" y="3700"/>
                    <a:pt x="15555" y="3811"/>
                    <a:pt x="16419" y="3895"/>
                  </a:cubicBezTo>
                  <a:cubicBezTo>
                    <a:pt x="16455" y="3897"/>
                    <a:pt x="16491" y="3898"/>
                    <a:pt x="16527" y="3898"/>
                  </a:cubicBezTo>
                  <a:cubicBezTo>
                    <a:pt x="16923" y="3898"/>
                    <a:pt x="17245" y="3754"/>
                    <a:pt x="17450" y="3421"/>
                  </a:cubicBezTo>
                  <a:cubicBezTo>
                    <a:pt x="17673" y="3087"/>
                    <a:pt x="17673" y="2696"/>
                    <a:pt x="17422" y="2362"/>
                  </a:cubicBezTo>
                  <a:cubicBezTo>
                    <a:pt x="17171" y="2027"/>
                    <a:pt x="16837" y="1944"/>
                    <a:pt x="16419" y="1944"/>
                  </a:cubicBezTo>
                  <a:cubicBezTo>
                    <a:pt x="15499" y="1944"/>
                    <a:pt x="14551" y="1888"/>
                    <a:pt x="13631" y="1860"/>
                  </a:cubicBezTo>
                  <a:cubicBezTo>
                    <a:pt x="12823" y="1832"/>
                    <a:pt x="12405" y="1386"/>
                    <a:pt x="12237" y="606"/>
                  </a:cubicBezTo>
                  <a:cubicBezTo>
                    <a:pt x="12138" y="169"/>
                    <a:pt x="12025" y="1"/>
                    <a:pt x="11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4"/>
            <p:cNvSpPr/>
            <p:nvPr/>
          </p:nvSpPr>
          <p:spPr>
            <a:xfrm>
              <a:off x="-458975" y="3731654"/>
              <a:ext cx="857906" cy="297308"/>
            </a:xfrm>
            <a:custGeom>
              <a:rect b="b" l="l" r="r" t="t"/>
              <a:pathLst>
                <a:path extrusionOk="0" h="6144" w="17729">
                  <a:moveTo>
                    <a:pt x="11714" y="1"/>
                  </a:moveTo>
                  <a:cubicBezTo>
                    <a:pt x="11637" y="1"/>
                    <a:pt x="11551" y="16"/>
                    <a:pt x="11457" y="48"/>
                  </a:cubicBezTo>
                  <a:cubicBezTo>
                    <a:pt x="10582" y="330"/>
                    <a:pt x="9700" y="476"/>
                    <a:pt x="8819" y="476"/>
                  </a:cubicBezTo>
                  <a:cubicBezTo>
                    <a:pt x="7958" y="476"/>
                    <a:pt x="7098" y="337"/>
                    <a:pt x="6244" y="48"/>
                  </a:cubicBezTo>
                  <a:cubicBezTo>
                    <a:pt x="6162" y="22"/>
                    <a:pt x="6088" y="10"/>
                    <a:pt x="6021" y="10"/>
                  </a:cubicBezTo>
                  <a:cubicBezTo>
                    <a:pt x="5796" y="10"/>
                    <a:pt x="5655" y="152"/>
                    <a:pt x="5547" y="410"/>
                  </a:cubicBezTo>
                  <a:cubicBezTo>
                    <a:pt x="5464" y="577"/>
                    <a:pt x="5436" y="772"/>
                    <a:pt x="5380" y="968"/>
                  </a:cubicBezTo>
                  <a:cubicBezTo>
                    <a:pt x="5185" y="1441"/>
                    <a:pt x="4878" y="1832"/>
                    <a:pt x="4349" y="1860"/>
                  </a:cubicBezTo>
                  <a:cubicBezTo>
                    <a:pt x="3345" y="1943"/>
                    <a:pt x="2314" y="1971"/>
                    <a:pt x="1255" y="1999"/>
                  </a:cubicBezTo>
                  <a:cubicBezTo>
                    <a:pt x="809" y="1999"/>
                    <a:pt x="446" y="2083"/>
                    <a:pt x="195" y="2445"/>
                  </a:cubicBezTo>
                  <a:cubicBezTo>
                    <a:pt x="0" y="2807"/>
                    <a:pt x="0" y="3198"/>
                    <a:pt x="251" y="3532"/>
                  </a:cubicBezTo>
                  <a:cubicBezTo>
                    <a:pt x="473" y="3842"/>
                    <a:pt x="747" y="3976"/>
                    <a:pt x="1088" y="3976"/>
                  </a:cubicBezTo>
                  <a:cubicBezTo>
                    <a:pt x="1176" y="3976"/>
                    <a:pt x="1269" y="3967"/>
                    <a:pt x="1366" y="3950"/>
                  </a:cubicBezTo>
                  <a:cubicBezTo>
                    <a:pt x="2230" y="3839"/>
                    <a:pt x="3122" y="3783"/>
                    <a:pt x="4014" y="3671"/>
                  </a:cubicBezTo>
                  <a:cubicBezTo>
                    <a:pt x="4101" y="3658"/>
                    <a:pt x="4184" y="3652"/>
                    <a:pt x="4263" y="3652"/>
                  </a:cubicBezTo>
                  <a:cubicBezTo>
                    <a:pt x="4843" y="3652"/>
                    <a:pt x="5218" y="4006"/>
                    <a:pt x="5464" y="4619"/>
                  </a:cubicBezTo>
                  <a:cubicBezTo>
                    <a:pt x="5742" y="5205"/>
                    <a:pt x="6244" y="5623"/>
                    <a:pt x="6857" y="5846"/>
                  </a:cubicBezTo>
                  <a:cubicBezTo>
                    <a:pt x="7485" y="6055"/>
                    <a:pt x="8121" y="6143"/>
                    <a:pt x="8766" y="6143"/>
                  </a:cubicBezTo>
                  <a:cubicBezTo>
                    <a:pt x="9240" y="6143"/>
                    <a:pt x="9719" y="6096"/>
                    <a:pt x="10203" y="6013"/>
                  </a:cubicBezTo>
                  <a:cubicBezTo>
                    <a:pt x="11262" y="5846"/>
                    <a:pt x="12014" y="5316"/>
                    <a:pt x="12433" y="4313"/>
                  </a:cubicBezTo>
                  <a:cubicBezTo>
                    <a:pt x="12564" y="3918"/>
                    <a:pt x="12894" y="3697"/>
                    <a:pt x="13306" y="3697"/>
                  </a:cubicBezTo>
                  <a:cubicBezTo>
                    <a:pt x="13331" y="3697"/>
                    <a:pt x="13355" y="3698"/>
                    <a:pt x="13380" y="3699"/>
                  </a:cubicBezTo>
                  <a:cubicBezTo>
                    <a:pt x="14384" y="3783"/>
                    <a:pt x="15415" y="3839"/>
                    <a:pt x="16419" y="3950"/>
                  </a:cubicBezTo>
                  <a:cubicBezTo>
                    <a:pt x="16510" y="3967"/>
                    <a:pt x="16599" y="3976"/>
                    <a:pt x="16686" y="3976"/>
                  </a:cubicBezTo>
                  <a:cubicBezTo>
                    <a:pt x="17019" y="3976"/>
                    <a:pt x="17306" y="3842"/>
                    <a:pt x="17506" y="3532"/>
                  </a:cubicBezTo>
                  <a:cubicBezTo>
                    <a:pt x="17729" y="3198"/>
                    <a:pt x="17729" y="2807"/>
                    <a:pt x="17506" y="2445"/>
                  </a:cubicBezTo>
                  <a:cubicBezTo>
                    <a:pt x="17227" y="2083"/>
                    <a:pt x="16865" y="1999"/>
                    <a:pt x="16419" y="1999"/>
                  </a:cubicBezTo>
                  <a:cubicBezTo>
                    <a:pt x="15332" y="1999"/>
                    <a:pt x="14300" y="1971"/>
                    <a:pt x="13241" y="1832"/>
                  </a:cubicBezTo>
                  <a:cubicBezTo>
                    <a:pt x="12572" y="1720"/>
                    <a:pt x="12377" y="1163"/>
                    <a:pt x="12237" y="577"/>
                  </a:cubicBezTo>
                  <a:cubicBezTo>
                    <a:pt x="12151" y="188"/>
                    <a:pt x="11981" y="1"/>
                    <a:pt x="117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4"/>
            <p:cNvSpPr/>
            <p:nvPr/>
          </p:nvSpPr>
          <p:spPr>
            <a:xfrm>
              <a:off x="-453604" y="4156740"/>
              <a:ext cx="852535" cy="293631"/>
            </a:xfrm>
            <a:custGeom>
              <a:rect b="b" l="l" r="r" t="t"/>
              <a:pathLst>
                <a:path extrusionOk="0" h="6068" w="17618">
                  <a:moveTo>
                    <a:pt x="11747" y="1"/>
                  </a:moveTo>
                  <a:cubicBezTo>
                    <a:pt x="11634" y="1"/>
                    <a:pt x="11494" y="26"/>
                    <a:pt x="11318" y="71"/>
                  </a:cubicBezTo>
                  <a:cubicBezTo>
                    <a:pt x="10500" y="330"/>
                    <a:pt x="9675" y="455"/>
                    <a:pt x="8850" y="455"/>
                  </a:cubicBezTo>
                  <a:cubicBezTo>
                    <a:pt x="8072" y="455"/>
                    <a:pt x="7295" y="343"/>
                    <a:pt x="6523" y="127"/>
                  </a:cubicBezTo>
                  <a:cubicBezTo>
                    <a:pt x="6273" y="53"/>
                    <a:pt x="6093" y="6"/>
                    <a:pt x="5958" y="6"/>
                  </a:cubicBezTo>
                  <a:cubicBezTo>
                    <a:pt x="5687" y="6"/>
                    <a:pt x="5594" y="192"/>
                    <a:pt x="5464" y="712"/>
                  </a:cubicBezTo>
                  <a:cubicBezTo>
                    <a:pt x="5325" y="1270"/>
                    <a:pt x="5018" y="1744"/>
                    <a:pt x="4377" y="1827"/>
                  </a:cubicBezTo>
                  <a:cubicBezTo>
                    <a:pt x="3513" y="1939"/>
                    <a:pt x="2677" y="1995"/>
                    <a:pt x="1813" y="2078"/>
                  </a:cubicBezTo>
                  <a:cubicBezTo>
                    <a:pt x="1813" y="2023"/>
                    <a:pt x="1813" y="2023"/>
                    <a:pt x="1757" y="1967"/>
                  </a:cubicBezTo>
                  <a:cubicBezTo>
                    <a:pt x="1534" y="1967"/>
                    <a:pt x="1283" y="1939"/>
                    <a:pt x="1032" y="1939"/>
                  </a:cubicBezTo>
                  <a:cubicBezTo>
                    <a:pt x="475" y="1939"/>
                    <a:pt x="1" y="2413"/>
                    <a:pt x="29" y="2942"/>
                  </a:cubicBezTo>
                  <a:cubicBezTo>
                    <a:pt x="81" y="3493"/>
                    <a:pt x="577" y="3895"/>
                    <a:pt x="1145" y="3895"/>
                  </a:cubicBezTo>
                  <a:cubicBezTo>
                    <a:pt x="1182" y="3895"/>
                    <a:pt x="1218" y="3894"/>
                    <a:pt x="1255" y="3890"/>
                  </a:cubicBezTo>
                  <a:cubicBezTo>
                    <a:pt x="2286" y="3779"/>
                    <a:pt x="3346" y="3695"/>
                    <a:pt x="4377" y="3639"/>
                  </a:cubicBezTo>
                  <a:cubicBezTo>
                    <a:pt x="4405" y="3638"/>
                    <a:pt x="4432" y="3637"/>
                    <a:pt x="4459" y="3637"/>
                  </a:cubicBezTo>
                  <a:cubicBezTo>
                    <a:pt x="4912" y="3637"/>
                    <a:pt x="5195" y="3861"/>
                    <a:pt x="5353" y="4308"/>
                  </a:cubicBezTo>
                  <a:cubicBezTo>
                    <a:pt x="5631" y="5061"/>
                    <a:pt x="6189" y="5507"/>
                    <a:pt x="6969" y="5758"/>
                  </a:cubicBezTo>
                  <a:cubicBezTo>
                    <a:pt x="7572" y="5982"/>
                    <a:pt x="8184" y="6067"/>
                    <a:pt x="8801" y="6067"/>
                  </a:cubicBezTo>
                  <a:cubicBezTo>
                    <a:pt x="9184" y="6067"/>
                    <a:pt x="9568" y="6034"/>
                    <a:pt x="9952" y="5981"/>
                  </a:cubicBezTo>
                  <a:cubicBezTo>
                    <a:pt x="11039" y="5786"/>
                    <a:pt x="11931" y="5312"/>
                    <a:pt x="12405" y="4197"/>
                  </a:cubicBezTo>
                  <a:cubicBezTo>
                    <a:pt x="12561" y="3808"/>
                    <a:pt x="12885" y="3636"/>
                    <a:pt x="13287" y="3636"/>
                  </a:cubicBezTo>
                  <a:cubicBezTo>
                    <a:pt x="13318" y="3636"/>
                    <a:pt x="13349" y="3637"/>
                    <a:pt x="13381" y="3639"/>
                  </a:cubicBezTo>
                  <a:cubicBezTo>
                    <a:pt x="14384" y="3695"/>
                    <a:pt x="15388" y="3779"/>
                    <a:pt x="16419" y="3890"/>
                  </a:cubicBezTo>
                  <a:cubicBezTo>
                    <a:pt x="16512" y="3902"/>
                    <a:pt x="16603" y="3909"/>
                    <a:pt x="16691" y="3909"/>
                  </a:cubicBezTo>
                  <a:cubicBezTo>
                    <a:pt x="17028" y="3909"/>
                    <a:pt x="17318" y="3809"/>
                    <a:pt x="17451" y="3500"/>
                  </a:cubicBezTo>
                  <a:cubicBezTo>
                    <a:pt x="17590" y="3193"/>
                    <a:pt x="17618" y="2775"/>
                    <a:pt x="17534" y="2441"/>
                  </a:cubicBezTo>
                  <a:cubicBezTo>
                    <a:pt x="17339" y="2023"/>
                    <a:pt x="16921" y="1939"/>
                    <a:pt x="16475" y="1939"/>
                  </a:cubicBezTo>
                  <a:cubicBezTo>
                    <a:pt x="16099" y="1953"/>
                    <a:pt x="15722" y="1960"/>
                    <a:pt x="15346" y="1960"/>
                  </a:cubicBezTo>
                  <a:cubicBezTo>
                    <a:pt x="14970" y="1960"/>
                    <a:pt x="14593" y="1953"/>
                    <a:pt x="14217" y="1939"/>
                  </a:cubicBezTo>
                  <a:cubicBezTo>
                    <a:pt x="12879" y="1855"/>
                    <a:pt x="12517" y="1577"/>
                    <a:pt x="12266" y="601"/>
                  </a:cubicBezTo>
                  <a:cubicBezTo>
                    <a:pt x="12165" y="176"/>
                    <a:pt x="12049" y="1"/>
                    <a:pt x="11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4"/>
            <p:cNvSpPr/>
            <p:nvPr/>
          </p:nvSpPr>
          <p:spPr>
            <a:xfrm>
              <a:off x="-453604" y="4573599"/>
              <a:ext cx="852535" cy="292760"/>
            </a:xfrm>
            <a:custGeom>
              <a:rect b="b" l="l" r="r" t="t"/>
              <a:pathLst>
                <a:path extrusionOk="0" h="6050" w="17618">
                  <a:moveTo>
                    <a:pt x="11656" y="0"/>
                  </a:moveTo>
                  <a:cubicBezTo>
                    <a:pt x="11578" y="0"/>
                    <a:pt x="11492" y="14"/>
                    <a:pt x="11402" y="42"/>
                  </a:cubicBezTo>
                  <a:cubicBezTo>
                    <a:pt x="10510" y="321"/>
                    <a:pt x="9625" y="460"/>
                    <a:pt x="8747" y="460"/>
                  </a:cubicBezTo>
                  <a:cubicBezTo>
                    <a:pt x="7868" y="460"/>
                    <a:pt x="6997" y="321"/>
                    <a:pt x="6133" y="42"/>
                  </a:cubicBezTo>
                  <a:cubicBezTo>
                    <a:pt x="6052" y="15"/>
                    <a:pt x="5980" y="2"/>
                    <a:pt x="5916" y="2"/>
                  </a:cubicBezTo>
                  <a:cubicBezTo>
                    <a:pt x="5651" y="2"/>
                    <a:pt x="5521" y="213"/>
                    <a:pt x="5408" y="460"/>
                  </a:cubicBezTo>
                  <a:cubicBezTo>
                    <a:pt x="5297" y="739"/>
                    <a:pt x="5269" y="1045"/>
                    <a:pt x="5074" y="1268"/>
                  </a:cubicBezTo>
                  <a:cubicBezTo>
                    <a:pt x="4879" y="1491"/>
                    <a:pt x="4572" y="1770"/>
                    <a:pt x="4238" y="1826"/>
                  </a:cubicBezTo>
                  <a:cubicBezTo>
                    <a:pt x="3206" y="1910"/>
                    <a:pt x="2119" y="1965"/>
                    <a:pt x="1032" y="1965"/>
                  </a:cubicBezTo>
                  <a:cubicBezTo>
                    <a:pt x="447" y="1965"/>
                    <a:pt x="1" y="2300"/>
                    <a:pt x="1" y="2885"/>
                  </a:cubicBezTo>
                  <a:cubicBezTo>
                    <a:pt x="1" y="3490"/>
                    <a:pt x="422" y="3921"/>
                    <a:pt x="962" y="3921"/>
                  </a:cubicBezTo>
                  <a:cubicBezTo>
                    <a:pt x="994" y="3921"/>
                    <a:pt x="1027" y="3920"/>
                    <a:pt x="1060" y="3917"/>
                  </a:cubicBezTo>
                  <a:cubicBezTo>
                    <a:pt x="1924" y="3805"/>
                    <a:pt x="2732" y="3666"/>
                    <a:pt x="3624" y="3638"/>
                  </a:cubicBezTo>
                  <a:cubicBezTo>
                    <a:pt x="3767" y="3629"/>
                    <a:pt x="3899" y="3622"/>
                    <a:pt x="4022" y="3622"/>
                  </a:cubicBezTo>
                  <a:cubicBezTo>
                    <a:pt x="4643" y="3622"/>
                    <a:pt x="5027" y="3780"/>
                    <a:pt x="5353" y="4502"/>
                  </a:cubicBezTo>
                  <a:cubicBezTo>
                    <a:pt x="5631" y="5171"/>
                    <a:pt x="6189" y="5645"/>
                    <a:pt x="6914" y="5812"/>
                  </a:cubicBezTo>
                  <a:cubicBezTo>
                    <a:pt x="7555" y="5982"/>
                    <a:pt x="8184" y="6050"/>
                    <a:pt x="8827" y="6050"/>
                  </a:cubicBezTo>
                  <a:cubicBezTo>
                    <a:pt x="9133" y="6050"/>
                    <a:pt x="9442" y="6034"/>
                    <a:pt x="9757" y="6007"/>
                  </a:cubicBezTo>
                  <a:cubicBezTo>
                    <a:pt x="10928" y="5896"/>
                    <a:pt x="11820" y="5394"/>
                    <a:pt x="12322" y="4279"/>
                  </a:cubicBezTo>
                  <a:cubicBezTo>
                    <a:pt x="12461" y="4000"/>
                    <a:pt x="12851" y="3666"/>
                    <a:pt x="13102" y="3666"/>
                  </a:cubicBezTo>
                  <a:cubicBezTo>
                    <a:pt x="14189" y="3666"/>
                    <a:pt x="15248" y="3777"/>
                    <a:pt x="16336" y="3917"/>
                  </a:cubicBezTo>
                  <a:cubicBezTo>
                    <a:pt x="16420" y="3929"/>
                    <a:pt x="16501" y="3935"/>
                    <a:pt x="16580" y="3935"/>
                  </a:cubicBezTo>
                  <a:cubicBezTo>
                    <a:pt x="16866" y="3935"/>
                    <a:pt x="17114" y="3845"/>
                    <a:pt x="17311" y="3582"/>
                  </a:cubicBezTo>
                  <a:cubicBezTo>
                    <a:pt x="17590" y="3248"/>
                    <a:pt x="17618" y="2829"/>
                    <a:pt x="17395" y="2439"/>
                  </a:cubicBezTo>
                  <a:cubicBezTo>
                    <a:pt x="17172" y="2133"/>
                    <a:pt x="16865" y="1993"/>
                    <a:pt x="16447" y="1993"/>
                  </a:cubicBezTo>
                  <a:cubicBezTo>
                    <a:pt x="15667" y="1993"/>
                    <a:pt x="14942" y="1965"/>
                    <a:pt x="14189" y="1965"/>
                  </a:cubicBezTo>
                  <a:cubicBezTo>
                    <a:pt x="13102" y="1965"/>
                    <a:pt x="12294" y="1603"/>
                    <a:pt x="12099" y="376"/>
                  </a:cubicBezTo>
                  <a:cubicBezTo>
                    <a:pt x="12057" y="125"/>
                    <a:pt x="11889" y="0"/>
                    <a:pt x="116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4"/>
            <p:cNvSpPr/>
            <p:nvPr/>
          </p:nvSpPr>
          <p:spPr>
            <a:xfrm>
              <a:off x="-452249" y="2910710"/>
              <a:ext cx="859116" cy="292421"/>
            </a:xfrm>
            <a:custGeom>
              <a:rect b="b" l="l" r="r" t="t"/>
              <a:pathLst>
                <a:path extrusionOk="0" h="6043" w="17754">
                  <a:moveTo>
                    <a:pt x="11678" y="1"/>
                  </a:moveTo>
                  <a:cubicBezTo>
                    <a:pt x="11535" y="1"/>
                    <a:pt x="11356" y="44"/>
                    <a:pt x="11123" y="121"/>
                  </a:cubicBezTo>
                  <a:cubicBezTo>
                    <a:pt x="10340" y="355"/>
                    <a:pt x="9565" y="466"/>
                    <a:pt x="8792" y="466"/>
                  </a:cubicBezTo>
                  <a:cubicBezTo>
                    <a:pt x="7997" y="466"/>
                    <a:pt x="7204" y="348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5"/>
                    <a:pt x="5408" y="707"/>
                  </a:cubicBezTo>
                  <a:cubicBezTo>
                    <a:pt x="5213" y="1431"/>
                    <a:pt x="4767" y="1822"/>
                    <a:pt x="4070" y="1933"/>
                  </a:cubicBezTo>
                  <a:cubicBezTo>
                    <a:pt x="3457" y="1989"/>
                    <a:pt x="2816" y="2045"/>
                    <a:pt x="2203" y="2073"/>
                  </a:cubicBezTo>
                  <a:lnTo>
                    <a:pt x="2203" y="2045"/>
                  </a:lnTo>
                  <a:lnTo>
                    <a:pt x="1004" y="2045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59"/>
                    <a:pt x="574" y="3914"/>
                    <a:pt x="1111" y="3914"/>
                  </a:cubicBezTo>
                  <a:cubicBezTo>
                    <a:pt x="1131" y="3914"/>
                    <a:pt x="1151" y="3913"/>
                    <a:pt x="1171" y="3912"/>
                  </a:cubicBezTo>
                  <a:cubicBezTo>
                    <a:pt x="2203" y="3857"/>
                    <a:pt x="3234" y="3773"/>
                    <a:pt x="4293" y="3717"/>
                  </a:cubicBezTo>
                  <a:cubicBezTo>
                    <a:pt x="4341" y="3712"/>
                    <a:pt x="4388" y="3709"/>
                    <a:pt x="4433" y="3709"/>
                  </a:cubicBezTo>
                  <a:cubicBezTo>
                    <a:pt x="4838" y="3709"/>
                    <a:pt x="5146" y="3930"/>
                    <a:pt x="5297" y="4330"/>
                  </a:cubicBezTo>
                  <a:cubicBezTo>
                    <a:pt x="5631" y="5195"/>
                    <a:pt x="6328" y="5752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30"/>
                    <a:pt x="9868" y="6003"/>
                  </a:cubicBezTo>
                  <a:cubicBezTo>
                    <a:pt x="11011" y="5891"/>
                    <a:pt x="11959" y="5390"/>
                    <a:pt x="12405" y="4219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5"/>
                    <a:pt x="15471" y="3773"/>
                    <a:pt x="16531" y="3884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8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9"/>
                  </a:cubicBezTo>
                  <a:cubicBezTo>
                    <a:pt x="16399" y="1999"/>
                    <a:pt x="16210" y="2004"/>
                    <a:pt x="16021" y="2004"/>
                  </a:cubicBezTo>
                  <a:cubicBezTo>
                    <a:pt x="15198" y="2004"/>
                    <a:pt x="14364" y="1918"/>
                    <a:pt x="13548" y="1850"/>
                  </a:cubicBezTo>
                  <a:cubicBezTo>
                    <a:pt x="12823" y="1794"/>
                    <a:pt x="12461" y="1487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4"/>
            <p:cNvSpPr/>
            <p:nvPr/>
          </p:nvSpPr>
          <p:spPr>
            <a:xfrm>
              <a:off x="-452249" y="2493995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49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30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57"/>
                    <a:pt x="574" y="3912"/>
                    <a:pt x="1111" y="3912"/>
                  </a:cubicBezTo>
                  <a:cubicBezTo>
                    <a:pt x="1131" y="3912"/>
                    <a:pt x="1151" y="3912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41" y="3710"/>
                    <a:pt x="4388" y="3707"/>
                    <a:pt x="4433" y="3707"/>
                  </a:cubicBezTo>
                  <a:cubicBezTo>
                    <a:pt x="4838" y="3707"/>
                    <a:pt x="5146" y="3928"/>
                    <a:pt x="5297" y="4329"/>
                  </a:cubicBezTo>
                  <a:cubicBezTo>
                    <a:pt x="5631" y="5193"/>
                    <a:pt x="6328" y="5751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0"/>
                    <a:pt x="16734" y="3900"/>
                  </a:cubicBezTo>
                  <a:cubicBezTo>
                    <a:pt x="17137" y="3900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4"/>
            <p:cNvSpPr/>
            <p:nvPr/>
          </p:nvSpPr>
          <p:spPr>
            <a:xfrm>
              <a:off x="-452249" y="2079120"/>
              <a:ext cx="859116" cy="292518"/>
            </a:xfrm>
            <a:custGeom>
              <a:rect b="b" l="l" r="r" t="t"/>
              <a:pathLst>
                <a:path extrusionOk="0" h="6045" w="17754">
                  <a:moveTo>
                    <a:pt x="11671" y="1"/>
                  </a:moveTo>
                  <a:cubicBezTo>
                    <a:pt x="11530" y="1"/>
                    <a:pt x="11352" y="40"/>
                    <a:pt x="11123" y="108"/>
                  </a:cubicBezTo>
                  <a:cubicBezTo>
                    <a:pt x="10340" y="356"/>
                    <a:pt x="9563" y="474"/>
                    <a:pt x="8790" y="474"/>
                  </a:cubicBezTo>
                  <a:cubicBezTo>
                    <a:pt x="7995" y="474"/>
                    <a:pt x="7204" y="349"/>
                    <a:pt x="6412" y="108"/>
                  </a:cubicBezTo>
                  <a:cubicBezTo>
                    <a:pt x="6226" y="62"/>
                    <a:pt x="6079" y="35"/>
                    <a:pt x="5960" y="35"/>
                  </a:cubicBezTo>
                  <a:cubicBezTo>
                    <a:pt x="5650" y="35"/>
                    <a:pt x="5529" y="218"/>
                    <a:pt x="5408" y="722"/>
                  </a:cubicBezTo>
                  <a:cubicBezTo>
                    <a:pt x="5213" y="1446"/>
                    <a:pt x="4767" y="1837"/>
                    <a:pt x="4070" y="1920"/>
                  </a:cubicBezTo>
                  <a:cubicBezTo>
                    <a:pt x="3457" y="2004"/>
                    <a:pt x="2816" y="2032"/>
                    <a:pt x="2203" y="2087"/>
                  </a:cubicBezTo>
                  <a:lnTo>
                    <a:pt x="2203" y="2032"/>
                  </a:lnTo>
                  <a:lnTo>
                    <a:pt x="1004" y="2032"/>
                  </a:lnTo>
                  <a:cubicBezTo>
                    <a:pt x="447" y="2060"/>
                    <a:pt x="1" y="2533"/>
                    <a:pt x="28" y="3035"/>
                  </a:cubicBezTo>
                  <a:cubicBezTo>
                    <a:pt x="55" y="3547"/>
                    <a:pt x="577" y="3929"/>
                    <a:pt x="1115" y="3929"/>
                  </a:cubicBezTo>
                  <a:cubicBezTo>
                    <a:pt x="1134" y="3929"/>
                    <a:pt x="1153" y="3928"/>
                    <a:pt x="1171" y="3927"/>
                  </a:cubicBezTo>
                  <a:cubicBezTo>
                    <a:pt x="2203" y="3844"/>
                    <a:pt x="3234" y="3788"/>
                    <a:pt x="4293" y="3704"/>
                  </a:cubicBezTo>
                  <a:cubicBezTo>
                    <a:pt x="4323" y="3702"/>
                    <a:pt x="4352" y="3702"/>
                    <a:pt x="4380" y="3702"/>
                  </a:cubicBezTo>
                  <a:cubicBezTo>
                    <a:pt x="4811" y="3702"/>
                    <a:pt x="5140" y="3901"/>
                    <a:pt x="5297" y="4345"/>
                  </a:cubicBezTo>
                  <a:cubicBezTo>
                    <a:pt x="5631" y="5209"/>
                    <a:pt x="6328" y="5767"/>
                    <a:pt x="7248" y="5906"/>
                  </a:cubicBezTo>
                  <a:cubicBezTo>
                    <a:pt x="7839" y="6002"/>
                    <a:pt x="8429" y="6045"/>
                    <a:pt x="9029" y="6045"/>
                  </a:cubicBezTo>
                  <a:cubicBezTo>
                    <a:pt x="9306" y="6045"/>
                    <a:pt x="9586" y="6035"/>
                    <a:pt x="9868" y="6018"/>
                  </a:cubicBezTo>
                  <a:cubicBezTo>
                    <a:pt x="11011" y="5906"/>
                    <a:pt x="11959" y="5377"/>
                    <a:pt x="12405" y="4234"/>
                  </a:cubicBezTo>
                  <a:cubicBezTo>
                    <a:pt x="12560" y="3845"/>
                    <a:pt x="12884" y="3673"/>
                    <a:pt x="13265" y="3673"/>
                  </a:cubicBezTo>
                  <a:cubicBezTo>
                    <a:pt x="13294" y="3673"/>
                    <a:pt x="13323" y="3674"/>
                    <a:pt x="13353" y="3676"/>
                  </a:cubicBezTo>
                  <a:cubicBezTo>
                    <a:pt x="14384" y="3732"/>
                    <a:pt x="15471" y="3788"/>
                    <a:pt x="16531" y="3871"/>
                  </a:cubicBezTo>
                  <a:cubicBezTo>
                    <a:pt x="16601" y="3883"/>
                    <a:pt x="16669" y="3889"/>
                    <a:pt x="16734" y="3889"/>
                  </a:cubicBezTo>
                  <a:cubicBezTo>
                    <a:pt x="17137" y="3889"/>
                    <a:pt x="17442" y="3674"/>
                    <a:pt x="17562" y="3314"/>
                  </a:cubicBezTo>
                  <a:cubicBezTo>
                    <a:pt x="17754" y="2766"/>
                    <a:pt x="17461" y="2003"/>
                    <a:pt x="16631" y="2003"/>
                  </a:cubicBezTo>
                  <a:cubicBezTo>
                    <a:pt x="16616" y="2003"/>
                    <a:pt x="16601" y="2003"/>
                    <a:pt x="16586" y="2004"/>
                  </a:cubicBezTo>
                  <a:cubicBezTo>
                    <a:pt x="16478" y="2007"/>
                    <a:pt x="16369" y="2008"/>
                    <a:pt x="16260" y="2008"/>
                  </a:cubicBezTo>
                  <a:cubicBezTo>
                    <a:pt x="15360" y="2008"/>
                    <a:pt x="14443" y="1914"/>
                    <a:pt x="13548" y="1864"/>
                  </a:cubicBezTo>
                  <a:cubicBezTo>
                    <a:pt x="12823" y="1781"/>
                    <a:pt x="12461" y="1474"/>
                    <a:pt x="12266" y="749"/>
                  </a:cubicBezTo>
                  <a:cubicBezTo>
                    <a:pt x="12130" y="207"/>
                    <a:pt x="11994" y="1"/>
                    <a:pt x="116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4"/>
            <p:cNvSpPr/>
            <p:nvPr/>
          </p:nvSpPr>
          <p:spPr>
            <a:xfrm>
              <a:off x="-452249" y="1663083"/>
              <a:ext cx="859116" cy="292372"/>
            </a:xfrm>
            <a:custGeom>
              <a:rect b="b" l="l" r="r" t="t"/>
              <a:pathLst>
                <a:path extrusionOk="0" h="6042" w="17754">
                  <a:moveTo>
                    <a:pt x="11678" y="0"/>
                  </a:moveTo>
                  <a:cubicBezTo>
                    <a:pt x="11535" y="0"/>
                    <a:pt x="11356" y="43"/>
                    <a:pt x="11123" y="121"/>
                  </a:cubicBezTo>
                  <a:cubicBezTo>
                    <a:pt x="10340" y="354"/>
                    <a:pt x="9565" y="466"/>
                    <a:pt x="8792" y="466"/>
                  </a:cubicBezTo>
                  <a:cubicBezTo>
                    <a:pt x="7997" y="466"/>
                    <a:pt x="7204" y="347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4"/>
                    <a:pt x="5408" y="706"/>
                  </a:cubicBezTo>
                  <a:cubicBezTo>
                    <a:pt x="5213" y="1431"/>
                    <a:pt x="4767" y="1821"/>
                    <a:pt x="4070" y="1933"/>
                  </a:cubicBezTo>
                  <a:cubicBezTo>
                    <a:pt x="3457" y="1988"/>
                    <a:pt x="2816" y="2044"/>
                    <a:pt x="2203" y="2072"/>
                  </a:cubicBezTo>
                  <a:lnTo>
                    <a:pt x="2203" y="2016"/>
                  </a:lnTo>
                  <a:lnTo>
                    <a:pt x="1004" y="2016"/>
                  </a:lnTo>
                  <a:cubicBezTo>
                    <a:pt x="447" y="2072"/>
                    <a:pt x="1" y="2518"/>
                    <a:pt x="28" y="3048"/>
                  </a:cubicBezTo>
                  <a:cubicBezTo>
                    <a:pt x="55" y="3532"/>
                    <a:pt x="577" y="3913"/>
                    <a:pt x="1115" y="3913"/>
                  </a:cubicBezTo>
                  <a:cubicBezTo>
                    <a:pt x="1134" y="3913"/>
                    <a:pt x="1152" y="3913"/>
                    <a:pt x="1171" y="3912"/>
                  </a:cubicBezTo>
                  <a:cubicBezTo>
                    <a:pt x="2203" y="3856"/>
                    <a:pt x="3234" y="3772"/>
                    <a:pt x="4293" y="3717"/>
                  </a:cubicBezTo>
                  <a:cubicBezTo>
                    <a:pt x="4341" y="3711"/>
                    <a:pt x="4388" y="3708"/>
                    <a:pt x="4433" y="3708"/>
                  </a:cubicBezTo>
                  <a:cubicBezTo>
                    <a:pt x="4838" y="3708"/>
                    <a:pt x="5146" y="3929"/>
                    <a:pt x="5297" y="4330"/>
                  </a:cubicBezTo>
                  <a:cubicBezTo>
                    <a:pt x="5631" y="5194"/>
                    <a:pt x="6328" y="5751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29"/>
                    <a:pt x="9868" y="6002"/>
                  </a:cubicBezTo>
                  <a:cubicBezTo>
                    <a:pt x="11011" y="5891"/>
                    <a:pt x="11959" y="5389"/>
                    <a:pt x="12405" y="4218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587" y="3890"/>
                    <a:pt x="16641" y="3893"/>
                    <a:pt x="16695" y="3893"/>
                  </a:cubicBezTo>
                  <a:cubicBezTo>
                    <a:pt x="17116" y="3893"/>
                    <a:pt x="17438" y="3698"/>
                    <a:pt x="17562" y="3326"/>
                  </a:cubicBezTo>
                  <a:cubicBezTo>
                    <a:pt x="17754" y="2778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8"/>
                  </a:cubicBezTo>
                  <a:cubicBezTo>
                    <a:pt x="16399" y="1999"/>
                    <a:pt x="16210" y="2003"/>
                    <a:pt x="16021" y="2003"/>
                  </a:cubicBezTo>
                  <a:cubicBezTo>
                    <a:pt x="15198" y="2003"/>
                    <a:pt x="14364" y="1917"/>
                    <a:pt x="13548" y="1849"/>
                  </a:cubicBezTo>
                  <a:cubicBezTo>
                    <a:pt x="12823" y="1793"/>
                    <a:pt x="12461" y="1459"/>
                    <a:pt x="12266" y="734"/>
                  </a:cubicBezTo>
                  <a:cubicBezTo>
                    <a:pt x="12131" y="214"/>
                    <a:pt x="11996" y="0"/>
                    <a:pt x="116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4"/>
            <p:cNvSpPr/>
            <p:nvPr/>
          </p:nvSpPr>
          <p:spPr>
            <a:xfrm>
              <a:off x="-452249" y="1247675"/>
              <a:ext cx="859116" cy="292711"/>
            </a:xfrm>
            <a:custGeom>
              <a:rect b="b" l="l" r="r" t="t"/>
              <a:pathLst>
                <a:path extrusionOk="0" h="6049" w="17754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1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9"/>
                    <a:pt x="12405" y="4246"/>
                  </a:cubicBezTo>
                  <a:cubicBezTo>
                    <a:pt x="12560" y="3857"/>
                    <a:pt x="12884" y="3685"/>
                    <a:pt x="13265" y="3685"/>
                  </a:cubicBezTo>
                  <a:cubicBezTo>
                    <a:pt x="13294" y="3685"/>
                    <a:pt x="13323" y="3686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5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3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4"/>
            <p:cNvSpPr/>
            <p:nvPr/>
          </p:nvSpPr>
          <p:spPr>
            <a:xfrm>
              <a:off x="-452249" y="832170"/>
              <a:ext cx="859116" cy="291840"/>
            </a:xfrm>
            <a:custGeom>
              <a:rect b="b" l="l" r="r" t="t"/>
              <a:pathLst>
                <a:path extrusionOk="0" h="6031" w="17754">
                  <a:moveTo>
                    <a:pt x="11678" y="1"/>
                  </a:moveTo>
                  <a:cubicBezTo>
                    <a:pt x="11535" y="1"/>
                    <a:pt x="11356" y="44"/>
                    <a:pt x="11123" y="122"/>
                  </a:cubicBezTo>
                  <a:cubicBezTo>
                    <a:pt x="10340" y="355"/>
                    <a:pt x="9565" y="467"/>
                    <a:pt x="8792" y="467"/>
                  </a:cubicBezTo>
                  <a:cubicBezTo>
                    <a:pt x="7997" y="467"/>
                    <a:pt x="7204" y="348"/>
                    <a:pt x="6412" y="122"/>
                  </a:cubicBezTo>
                  <a:cubicBezTo>
                    <a:pt x="6213" y="64"/>
                    <a:pt x="6059" y="30"/>
                    <a:pt x="5935" y="30"/>
                  </a:cubicBezTo>
                  <a:cubicBezTo>
                    <a:pt x="5643" y="30"/>
                    <a:pt x="5526" y="217"/>
                    <a:pt x="5408" y="707"/>
                  </a:cubicBezTo>
                  <a:cubicBezTo>
                    <a:pt x="5213" y="1432"/>
                    <a:pt x="4767" y="1822"/>
                    <a:pt x="4070" y="1933"/>
                  </a:cubicBezTo>
                  <a:cubicBezTo>
                    <a:pt x="3457" y="1989"/>
                    <a:pt x="2816" y="2017"/>
                    <a:pt x="2203" y="2073"/>
                  </a:cubicBezTo>
                  <a:lnTo>
                    <a:pt x="2203" y="2017"/>
                  </a:lnTo>
                  <a:lnTo>
                    <a:pt x="1004" y="2017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33"/>
                    <a:pt x="577" y="3914"/>
                    <a:pt x="1115" y="3914"/>
                  </a:cubicBezTo>
                  <a:cubicBezTo>
                    <a:pt x="1134" y="3914"/>
                    <a:pt x="1152" y="3914"/>
                    <a:pt x="1171" y="3913"/>
                  </a:cubicBezTo>
                  <a:cubicBezTo>
                    <a:pt x="2203" y="3829"/>
                    <a:pt x="3234" y="3773"/>
                    <a:pt x="4293" y="3690"/>
                  </a:cubicBezTo>
                  <a:cubicBezTo>
                    <a:pt x="4320" y="3688"/>
                    <a:pt x="4346" y="3687"/>
                    <a:pt x="4372" y="3687"/>
                  </a:cubicBezTo>
                  <a:cubicBezTo>
                    <a:pt x="4807" y="3687"/>
                    <a:pt x="5139" y="3910"/>
                    <a:pt x="5297" y="4331"/>
                  </a:cubicBezTo>
                  <a:cubicBezTo>
                    <a:pt x="5631" y="5195"/>
                    <a:pt x="6328" y="5752"/>
                    <a:pt x="7248" y="5892"/>
                  </a:cubicBezTo>
                  <a:cubicBezTo>
                    <a:pt x="7839" y="5987"/>
                    <a:pt x="8429" y="6030"/>
                    <a:pt x="9029" y="6030"/>
                  </a:cubicBezTo>
                  <a:cubicBezTo>
                    <a:pt x="9306" y="6030"/>
                    <a:pt x="9586" y="6021"/>
                    <a:pt x="9868" y="6003"/>
                  </a:cubicBezTo>
                  <a:cubicBezTo>
                    <a:pt x="11011" y="5892"/>
                    <a:pt x="11959" y="5362"/>
                    <a:pt x="12405" y="4219"/>
                  </a:cubicBezTo>
                  <a:cubicBezTo>
                    <a:pt x="12560" y="3831"/>
                    <a:pt x="12884" y="3659"/>
                    <a:pt x="13265" y="3659"/>
                  </a:cubicBezTo>
                  <a:cubicBezTo>
                    <a:pt x="13294" y="3659"/>
                    <a:pt x="13323" y="3660"/>
                    <a:pt x="13353" y="3662"/>
                  </a:cubicBezTo>
                  <a:cubicBezTo>
                    <a:pt x="14384" y="3745"/>
                    <a:pt x="15471" y="3773"/>
                    <a:pt x="16531" y="3885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9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9"/>
                    <a:pt x="16586" y="1989"/>
                  </a:cubicBezTo>
                  <a:cubicBezTo>
                    <a:pt x="16452" y="1993"/>
                    <a:pt x="16317" y="1995"/>
                    <a:pt x="16182" y="1995"/>
                  </a:cubicBezTo>
                  <a:cubicBezTo>
                    <a:pt x="15307" y="1995"/>
                    <a:pt x="14417" y="1922"/>
                    <a:pt x="13548" y="1850"/>
                  </a:cubicBezTo>
                  <a:cubicBezTo>
                    <a:pt x="12823" y="1794"/>
                    <a:pt x="12461" y="1460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4"/>
            <p:cNvSpPr/>
            <p:nvPr/>
          </p:nvSpPr>
          <p:spPr>
            <a:xfrm>
              <a:off x="-452249" y="416811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4"/>
            <p:cNvSpPr/>
            <p:nvPr/>
          </p:nvSpPr>
          <p:spPr>
            <a:xfrm>
              <a:off x="-452249" y="-1"/>
              <a:ext cx="859116" cy="292760"/>
            </a:xfrm>
            <a:custGeom>
              <a:rect b="b" l="l" r="r" t="t"/>
              <a:pathLst>
                <a:path extrusionOk="0" h="6050" w="17754">
                  <a:moveTo>
                    <a:pt x="11674" y="1"/>
                  </a:moveTo>
                  <a:cubicBezTo>
                    <a:pt x="11532" y="1"/>
                    <a:pt x="11353" y="44"/>
                    <a:pt x="11123" y="121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1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4"/>
                    <a:pt x="5408" y="706"/>
                  </a:cubicBezTo>
                  <a:cubicBezTo>
                    <a:pt x="5213" y="1459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2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2"/>
                    <a:pt x="1" y="2518"/>
                    <a:pt x="28" y="3047"/>
                  </a:cubicBezTo>
                  <a:cubicBezTo>
                    <a:pt x="55" y="3543"/>
                    <a:pt x="545" y="3917"/>
                    <a:pt x="1065" y="3917"/>
                  </a:cubicBezTo>
                  <a:cubicBezTo>
                    <a:pt x="1100" y="3917"/>
                    <a:pt x="1136" y="3915"/>
                    <a:pt x="1171" y="3912"/>
                  </a:cubicBezTo>
                  <a:cubicBezTo>
                    <a:pt x="2203" y="3856"/>
                    <a:pt x="3234" y="3772"/>
                    <a:pt x="4293" y="3716"/>
                  </a:cubicBezTo>
                  <a:cubicBezTo>
                    <a:pt x="4323" y="3715"/>
                    <a:pt x="4352" y="3714"/>
                    <a:pt x="4381" y="3714"/>
                  </a:cubicBezTo>
                  <a:cubicBezTo>
                    <a:pt x="4812" y="3714"/>
                    <a:pt x="5140" y="3911"/>
                    <a:pt x="5297" y="4330"/>
                  </a:cubicBezTo>
                  <a:cubicBezTo>
                    <a:pt x="5631" y="5222"/>
                    <a:pt x="6328" y="5779"/>
                    <a:pt x="7248" y="5919"/>
                  </a:cubicBezTo>
                  <a:cubicBezTo>
                    <a:pt x="7788" y="6006"/>
                    <a:pt x="8328" y="6049"/>
                    <a:pt x="8875" y="6049"/>
                  </a:cubicBezTo>
                  <a:cubicBezTo>
                    <a:pt x="9203" y="6049"/>
                    <a:pt x="9534" y="6034"/>
                    <a:pt x="9868" y="6002"/>
                  </a:cubicBezTo>
                  <a:cubicBezTo>
                    <a:pt x="11011" y="5919"/>
                    <a:pt x="11959" y="5389"/>
                    <a:pt x="12405" y="4246"/>
                  </a:cubicBezTo>
                  <a:cubicBezTo>
                    <a:pt x="12554" y="3875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9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6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6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7"/>
                  </a:cubicBezTo>
                  <a:cubicBezTo>
                    <a:pt x="12823" y="1793"/>
                    <a:pt x="12461" y="1486"/>
                    <a:pt x="12266" y="762"/>
                  </a:cubicBezTo>
                  <a:cubicBezTo>
                    <a:pt x="12130" y="220"/>
                    <a:pt x="11995" y="1"/>
                    <a:pt x="116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4"/>
            <p:cNvSpPr/>
            <p:nvPr/>
          </p:nvSpPr>
          <p:spPr>
            <a:xfrm>
              <a:off x="-349716" y="4932539"/>
              <a:ext cx="639184" cy="232466"/>
            </a:xfrm>
            <a:custGeom>
              <a:rect b="b" l="l" r="r" t="t"/>
              <a:pathLst>
                <a:path extrusionOk="0" h="4804" w="13209">
                  <a:moveTo>
                    <a:pt x="8759" y="0"/>
                  </a:moveTo>
                  <a:cubicBezTo>
                    <a:pt x="8709" y="0"/>
                    <a:pt x="8651" y="13"/>
                    <a:pt x="8586" y="39"/>
                  </a:cubicBezTo>
                  <a:cubicBezTo>
                    <a:pt x="7958" y="262"/>
                    <a:pt x="7317" y="366"/>
                    <a:pt x="6673" y="366"/>
                  </a:cubicBezTo>
                  <a:cubicBezTo>
                    <a:pt x="6028" y="366"/>
                    <a:pt x="5380" y="262"/>
                    <a:pt x="4739" y="67"/>
                  </a:cubicBezTo>
                  <a:cubicBezTo>
                    <a:pt x="4625" y="26"/>
                    <a:pt x="4538" y="4"/>
                    <a:pt x="4468" y="4"/>
                  </a:cubicBezTo>
                  <a:cubicBezTo>
                    <a:pt x="4298" y="4"/>
                    <a:pt x="4233" y="133"/>
                    <a:pt x="4153" y="429"/>
                  </a:cubicBezTo>
                  <a:cubicBezTo>
                    <a:pt x="3986" y="1014"/>
                    <a:pt x="3707" y="1516"/>
                    <a:pt x="3011" y="1516"/>
                  </a:cubicBezTo>
                  <a:cubicBezTo>
                    <a:pt x="2258" y="1544"/>
                    <a:pt x="1561" y="1600"/>
                    <a:pt x="836" y="1655"/>
                  </a:cubicBezTo>
                  <a:cubicBezTo>
                    <a:pt x="836" y="1572"/>
                    <a:pt x="808" y="1544"/>
                    <a:pt x="781" y="1460"/>
                  </a:cubicBezTo>
                  <a:cubicBezTo>
                    <a:pt x="558" y="1600"/>
                    <a:pt x="307" y="1711"/>
                    <a:pt x="223" y="1878"/>
                  </a:cubicBezTo>
                  <a:cubicBezTo>
                    <a:pt x="0" y="2213"/>
                    <a:pt x="0" y="2575"/>
                    <a:pt x="279" y="2826"/>
                  </a:cubicBezTo>
                  <a:cubicBezTo>
                    <a:pt x="446" y="2993"/>
                    <a:pt x="725" y="3077"/>
                    <a:pt x="948" y="3077"/>
                  </a:cubicBezTo>
                  <a:cubicBezTo>
                    <a:pt x="1673" y="3049"/>
                    <a:pt x="2369" y="2938"/>
                    <a:pt x="3094" y="2854"/>
                  </a:cubicBezTo>
                  <a:cubicBezTo>
                    <a:pt x="3119" y="2853"/>
                    <a:pt x="3144" y="2852"/>
                    <a:pt x="3168" y="2852"/>
                  </a:cubicBezTo>
                  <a:cubicBezTo>
                    <a:pt x="3624" y="2852"/>
                    <a:pt x="3883" y="3100"/>
                    <a:pt x="4042" y="3523"/>
                  </a:cubicBezTo>
                  <a:cubicBezTo>
                    <a:pt x="4265" y="3997"/>
                    <a:pt x="4572" y="4359"/>
                    <a:pt x="5073" y="4527"/>
                  </a:cubicBezTo>
                  <a:cubicBezTo>
                    <a:pt x="5569" y="4717"/>
                    <a:pt x="6077" y="4803"/>
                    <a:pt x="6598" y="4803"/>
                  </a:cubicBezTo>
                  <a:cubicBezTo>
                    <a:pt x="6840" y="4803"/>
                    <a:pt x="7084" y="4785"/>
                    <a:pt x="7331" y="4750"/>
                  </a:cubicBezTo>
                  <a:cubicBezTo>
                    <a:pt x="8223" y="4638"/>
                    <a:pt x="8892" y="4248"/>
                    <a:pt x="9255" y="3356"/>
                  </a:cubicBezTo>
                  <a:cubicBezTo>
                    <a:pt x="9384" y="3019"/>
                    <a:pt x="9586" y="2851"/>
                    <a:pt x="9904" y="2851"/>
                  </a:cubicBezTo>
                  <a:cubicBezTo>
                    <a:pt x="9928" y="2851"/>
                    <a:pt x="9954" y="2852"/>
                    <a:pt x="9979" y="2854"/>
                  </a:cubicBezTo>
                  <a:cubicBezTo>
                    <a:pt x="10732" y="2938"/>
                    <a:pt x="11513" y="3049"/>
                    <a:pt x="12265" y="3105"/>
                  </a:cubicBezTo>
                  <a:cubicBezTo>
                    <a:pt x="12280" y="3106"/>
                    <a:pt x="12295" y="3106"/>
                    <a:pt x="12310" y="3106"/>
                  </a:cubicBezTo>
                  <a:cubicBezTo>
                    <a:pt x="12793" y="3106"/>
                    <a:pt x="13209" y="2670"/>
                    <a:pt x="13074" y="2129"/>
                  </a:cubicBezTo>
                  <a:cubicBezTo>
                    <a:pt x="12934" y="1683"/>
                    <a:pt x="12655" y="1572"/>
                    <a:pt x="12182" y="1572"/>
                  </a:cubicBezTo>
                  <a:cubicBezTo>
                    <a:pt x="11429" y="1572"/>
                    <a:pt x="10676" y="1572"/>
                    <a:pt x="9952" y="1460"/>
                  </a:cubicBezTo>
                  <a:cubicBezTo>
                    <a:pt x="9366" y="1405"/>
                    <a:pt x="9171" y="875"/>
                    <a:pt x="9060" y="345"/>
                  </a:cubicBezTo>
                  <a:cubicBezTo>
                    <a:pt x="9017" y="132"/>
                    <a:pt x="8925" y="0"/>
                    <a:pt x="8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" name="Google Shape;33;p14"/>
          <p:cNvGrpSpPr/>
          <p:nvPr/>
        </p:nvGrpSpPr>
        <p:grpSpPr>
          <a:xfrm>
            <a:off x="8732642" y="-10753"/>
            <a:ext cx="865842" cy="5165006"/>
            <a:chOff x="-458975" y="-1"/>
            <a:chExt cx="865842" cy="5165006"/>
          </a:xfrm>
        </p:grpSpPr>
        <p:sp>
          <p:nvSpPr>
            <p:cNvPr id="34" name="Google Shape;34;p14"/>
            <p:cNvSpPr/>
            <p:nvPr/>
          </p:nvSpPr>
          <p:spPr>
            <a:xfrm>
              <a:off x="-458975" y="3326988"/>
              <a:ext cx="855245" cy="295131"/>
            </a:xfrm>
            <a:custGeom>
              <a:rect b="b" l="l" r="r" t="t"/>
              <a:pathLst>
                <a:path extrusionOk="0" h="6099" w="17674">
                  <a:moveTo>
                    <a:pt x="11736" y="1"/>
                  </a:moveTo>
                  <a:cubicBezTo>
                    <a:pt x="11619" y="1"/>
                    <a:pt x="11474" y="28"/>
                    <a:pt x="11290" y="76"/>
                  </a:cubicBezTo>
                  <a:cubicBezTo>
                    <a:pt x="10457" y="334"/>
                    <a:pt x="9633" y="460"/>
                    <a:pt x="8808" y="460"/>
                  </a:cubicBezTo>
                  <a:cubicBezTo>
                    <a:pt x="8030" y="460"/>
                    <a:pt x="7252" y="348"/>
                    <a:pt x="6467" y="132"/>
                  </a:cubicBezTo>
                  <a:cubicBezTo>
                    <a:pt x="6226" y="57"/>
                    <a:pt x="6052" y="11"/>
                    <a:pt x="5921" y="11"/>
                  </a:cubicBezTo>
                  <a:cubicBezTo>
                    <a:pt x="5659" y="11"/>
                    <a:pt x="5566" y="197"/>
                    <a:pt x="5436" y="717"/>
                  </a:cubicBezTo>
                  <a:cubicBezTo>
                    <a:pt x="5296" y="1275"/>
                    <a:pt x="5046" y="1749"/>
                    <a:pt x="4460" y="1832"/>
                  </a:cubicBezTo>
                  <a:cubicBezTo>
                    <a:pt x="3401" y="1944"/>
                    <a:pt x="2342" y="1972"/>
                    <a:pt x="1282" y="1972"/>
                  </a:cubicBezTo>
                  <a:cubicBezTo>
                    <a:pt x="864" y="1972"/>
                    <a:pt x="474" y="2027"/>
                    <a:pt x="251" y="2390"/>
                  </a:cubicBezTo>
                  <a:cubicBezTo>
                    <a:pt x="0" y="2724"/>
                    <a:pt x="0" y="3142"/>
                    <a:pt x="251" y="3505"/>
                  </a:cubicBezTo>
                  <a:cubicBezTo>
                    <a:pt x="452" y="3807"/>
                    <a:pt x="767" y="3927"/>
                    <a:pt x="1155" y="3927"/>
                  </a:cubicBezTo>
                  <a:cubicBezTo>
                    <a:pt x="1197" y="3927"/>
                    <a:pt x="1239" y="3926"/>
                    <a:pt x="1282" y="3923"/>
                  </a:cubicBezTo>
                  <a:cubicBezTo>
                    <a:pt x="2258" y="3811"/>
                    <a:pt x="3234" y="3728"/>
                    <a:pt x="4209" y="3672"/>
                  </a:cubicBezTo>
                  <a:cubicBezTo>
                    <a:pt x="4239" y="3671"/>
                    <a:pt x="4267" y="3670"/>
                    <a:pt x="4295" y="3670"/>
                  </a:cubicBezTo>
                  <a:cubicBezTo>
                    <a:pt x="4881" y="3670"/>
                    <a:pt x="5195" y="3946"/>
                    <a:pt x="5408" y="4425"/>
                  </a:cubicBezTo>
                  <a:cubicBezTo>
                    <a:pt x="5715" y="5094"/>
                    <a:pt x="6244" y="5567"/>
                    <a:pt x="6941" y="5790"/>
                  </a:cubicBezTo>
                  <a:cubicBezTo>
                    <a:pt x="7576" y="6002"/>
                    <a:pt x="8227" y="6099"/>
                    <a:pt x="8880" y="6099"/>
                  </a:cubicBezTo>
                  <a:cubicBezTo>
                    <a:pt x="9433" y="6099"/>
                    <a:pt x="9988" y="6030"/>
                    <a:pt x="10537" y="5902"/>
                  </a:cubicBezTo>
                  <a:cubicBezTo>
                    <a:pt x="11290" y="5735"/>
                    <a:pt x="11959" y="5317"/>
                    <a:pt x="12265" y="4536"/>
                  </a:cubicBezTo>
                  <a:cubicBezTo>
                    <a:pt x="12516" y="3960"/>
                    <a:pt x="12879" y="3631"/>
                    <a:pt x="13456" y="3631"/>
                  </a:cubicBezTo>
                  <a:cubicBezTo>
                    <a:pt x="13521" y="3631"/>
                    <a:pt x="13588" y="3636"/>
                    <a:pt x="13659" y="3644"/>
                  </a:cubicBezTo>
                  <a:cubicBezTo>
                    <a:pt x="14607" y="3700"/>
                    <a:pt x="15555" y="3811"/>
                    <a:pt x="16419" y="3895"/>
                  </a:cubicBezTo>
                  <a:cubicBezTo>
                    <a:pt x="16455" y="3897"/>
                    <a:pt x="16491" y="3898"/>
                    <a:pt x="16527" y="3898"/>
                  </a:cubicBezTo>
                  <a:cubicBezTo>
                    <a:pt x="16923" y="3898"/>
                    <a:pt x="17245" y="3754"/>
                    <a:pt x="17450" y="3421"/>
                  </a:cubicBezTo>
                  <a:cubicBezTo>
                    <a:pt x="17673" y="3087"/>
                    <a:pt x="17673" y="2696"/>
                    <a:pt x="17422" y="2362"/>
                  </a:cubicBezTo>
                  <a:cubicBezTo>
                    <a:pt x="17171" y="2027"/>
                    <a:pt x="16837" y="1944"/>
                    <a:pt x="16419" y="1944"/>
                  </a:cubicBezTo>
                  <a:cubicBezTo>
                    <a:pt x="15499" y="1944"/>
                    <a:pt x="14551" y="1888"/>
                    <a:pt x="13631" y="1860"/>
                  </a:cubicBezTo>
                  <a:cubicBezTo>
                    <a:pt x="12823" y="1832"/>
                    <a:pt x="12405" y="1386"/>
                    <a:pt x="12237" y="606"/>
                  </a:cubicBezTo>
                  <a:cubicBezTo>
                    <a:pt x="12138" y="169"/>
                    <a:pt x="12025" y="1"/>
                    <a:pt x="11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4"/>
            <p:cNvSpPr/>
            <p:nvPr/>
          </p:nvSpPr>
          <p:spPr>
            <a:xfrm>
              <a:off x="-458975" y="3731654"/>
              <a:ext cx="857906" cy="297308"/>
            </a:xfrm>
            <a:custGeom>
              <a:rect b="b" l="l" r="r" t="t"/>
              <a:pathLst>
                <a:path extrusionOk="0" h="6144" w="17729">
                  <a:moveTo>
                    <a:pt x="11714" y="1"/>
                  </a:moveTo>
                  <a:cubicBezTo>
                    <a:pt x="11637" y="1"/>
                    <a:pt x="11551" y="16"/>
                    <a:pt x="11457" y="48"/>
                  </a:cubicBezTo>
                  <a:cubicBezTo>
                    <a:pt x="10582" y="330"/>
                    <a:pt x="9700" y="476"/>
                    <a:pt x="8819" y="476"/>
                  </a:cubicBezTo>
                  <a:cubicBezTo>
                    <a:pt x="7958" y="476"/>
                    <a:pt x="7098" y="337"/>
                    <a:pt x="6244" y="48"/>
                  </a:cubicBezTo>
                  <a:cubicBezTo>
                    <a:pt x="6162" y="22"/>
                    <a:pt x="6088" y="10"/>
                    <a:pt x="6021" y="10"/>
                  </a:cubicBezTo>
                  <a:cubicBezTo>
                    <a:pt x="5796" y="10"/>
                    <a:pt x="5655" y="152"/>
                    <a:pt x="5547" y="410"/>
                  </a:cubicBezTo>
                  <a:cubicBezTo>
                    <a:pt x="5464" y="577"/>
                    <a:pt x="5436" y="772"/>
                    <a:pt x="5380" y="968"/>
                  </a:cubicBezTo>
                  <a:cubicBezTo>
                    <a:pt x="5185" y="1441"/>
                    <a:pt x="4878" y="1832"/>
                    <a:pt x="4349" y="1860"/>
                  </a:cubicBezTo>
                  <a:cubicBezTo>
                    <a:pt x="3345" y="1943"/>
                    <a:pt x="2314" y="1971"/>
                    <a:pt x="1255" y="1999"/>
                  </a:cubicBezTo>
                  <a:cubicBezTo>
                    <a:pt x="809" y="1999"/>
                    <a:pt x="446" y="2083"/>
                    <a:pt x="195" y="2445"/>
                  </a:cubicBezTo>
                  <a:cubicBezTo>
                    <a:pt x="0" y="2807"/>
                    <a:pt x="0" y="3198"/>
                    <a:pt x="251" y="3532"/>
                  </a:cubicBezTo>
                  <a:cubicBezTo>
                    <a:pt x="473" y="3842"/>
                    <a:pt x="747" y="3976"/>
                    <a:pt x="1088" y="3976"/>
                  </a:cubicBezTo>
                  <a:cubicBezTo>
                    <a:pt x="1176" y="3976"/>
                    <a:pt x="1269" y="3967"/>
                    <a:pt x="1366" y="3950"/>
                  </a:cubicBezTo>
                  <a:cubicBezTo>
                    <a:pt x="2230" y="3839"/>
                    <a:pt x="3122" y="3783"/>
                    <a:pt x="4014" y="3671"/>
                  </a:cubicBezTo>
                  <a:cubicBezTo>
                    <a:pt x="4101" y="3658"/>
                    <a:pt x="4184" y="3652"/>
                    <a:pt x="4263" y="3652"/>
                  </a:cubicBezTo>
                  <a:cubicBezTo>
                    <a:pt x="4843" y="3652"/>
                    <a:pt x="5218" y="4006"/>
                    <a:pt x="5464" y="4619"/>
                  </a:cubicBezTo>
                  <a:cubicBezTo>
                    <a:pt x="5742" y="5205"/>
                    <a:pt x="6244" y="5623"/>
                    <a:pt x="6857" y="5846"/>
                  </a:cubicBezTo>
                  <a:cubicBezTo>
                    <a:pt x="7485" y="6055"/>
                    <a:pt x="8121" y="6143"/>
                    <a:pt x="8766" y="6143"/>
                  </a:cubicBezTo>
                  <a:cubicBezTo>
                    <a:pt x="9240" y="6143"/>
                    <a:pt x="9719" y="6096"/>
                    <a:pt x="10203" y="6013"/>
                  </a:cubicBezTo>
                  <a:cubicBezTo>
                    <a:pt x="11262" y="5846"/>
                    <a:pt x="12014" y="5316"/>
                    <a:pt x="12433" y="4313"/>
                  </a:cubicBezTo>
                  <a:cubicBezTo>
                    <a:pt x="12564" y="3918"/>
                    <a:pt x="12894" y="3697"/>
                    <a:pt x="13306" y="3697"/>
                  </a:cubicBezTo>
                  <a:cubicBezTo>
                    <a:pt x="13331" y="3697"/>
                    <a:pt x="13355" y="3698"/>
                    <a:pt x="13380" y="3699"/>
                  </a:cubicBezTo>
                  <a:cubicBezTo>
                    <a:pt x="14384" y="3783"/>
                    <a:pt x="15415" y="3839"/>
                    <a:pt x="16419" y="3950"/>
                  </a:cubicBezTo>
                  <a:cubicBezTo>
                    <a:pt x="16510" y="3967"/>
                    <a:pt x="16599" y="3976"/>
                    <a:pt x="16686" y="3976"/>
                  </a:cubicBezTo>
                  <a:cubicBezTo>
                    <a:pt x="17019" y="3976"/>
                    <a:pt x="17306" y="3842"/>
                    <a:pt x="17506" y="3532"/>
                  </a:cubicBezTo>
                  <a:cubicBezTo>
                    <a:pt x="17729" y="3198"/>
                    <a:pt x="17729" y="2807"/>
                    <a:pt x="17506" y="2445"/>
                  </a:cubicBezTo>
                  <a:cubicBezTo>
                    <a:pt x="17227" y="2083"/>
                    <a:pt x="16865" y="1999"/>
                    <a:pt x="16419" y="1999"/>
                  </a:cubicBezTo>
                  <a:cubicBezTo>
                    <a:pt x="15332" y="1999"/>
                    <a:pt x="14300" y="1971"/>
                    <a:pt x="13241" y="1832"/>
                  </a:cubicBezTo>
                  <a:cubicBezTo>
                    <a:pt x="12572" y="1720"/>
                    <a:pt x="12377" y="1163"/>
                    <a:pt x="12237" y="577"/>
                  </a:cubicBezTo>
                  <a:cubicBezTo>
                    <a:pt x="12151" y="188"/>
                    <a:pt x="11981" y="1"/>
                    <a:pt x="117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4"/>
            <p:cNvSpPr/>
            <p:nvPr/>
          </p:nvSpPr>
          <p:spPr>
            <a:xfrm>
              <a:off x="-453604" y="4156740"/>
              <a:ext cx="852535" cy="293631"/>
            </a:xfrm>
            <a:custGeom>
              <a:rect b="b" l="l" r="r" t="t"/>
              <a:pathLst>
                <a:path extrusionOk="0" h="6068" w="17618">
                  <a:moveTo>
                    <a:pt x="11747" y="1"/>
                  </a:moveTo>
                  <a:cubicBezTo>
                    <a:pt x="11634" y="1"/>
                    <a:pt x="11494" y="26"/>
                    <a:pt x="11318" y="71"/>
                  </a:cubicBezTo>
                  <a:cubicBezTo>
                    <a:pt x="10500" y="330"/>
                    <a:pt x="9675" y="455"/>
                    <a:pt x="8850" y="455"/>
                  </a:cubicBezTo>
                  <a:cubicBezTo>
                    <a:pt x="8072" y="455"/>
                    <a:pt x="7295" y="343"/>
                    <a:pt x="6523" y="127"/>
                  </a:cubicBezTo>
                  <a:cubicBezTo>
                    <a:pt x="6273" y="53"/>
                    <a:pt x="6093" y="6"/>
                    <a:pt x="5958" y="6"/>
                  </a:cubicBezTo>
                  <a:cubicBezTo>
                    <a:pt x="5687" y="6"/>
                    <a:pt x="5594" y="192"/>
                    <a:pt x="5464" y="712"/>
                  </a:cubicBezTo>
                  <a:cubicBezTo>
                    <a:pt x="5325" y="1270"/>
                    <a:pt x="5018" y="1744"/>
                    <a:pt x="4377" y="1827"/>
                  </a:cubicBezTo>
                  <a:cubicBezTo>
                    <a:pt x="3513" y="1939"/>
                    <a:pt x="2677" y="1995"/>
                    <a:pt x="1813" y="2078"/>
                  </a:cubicBezTo>
                  <a:cubicBezTo>
                    <a:pt x="1813" y="2023"/>
                    <a:pt x="1813" y="2023"/>
                    <a:pt x="1757" y="1967"/>
                  </a:cubicBezTo>
                  <a:cubicBezTo>
                    <a:pt x="1534" y="1967"/>
                    <a:pt x="1283" y="1939"/>
                    <a:pt x="1032" y="1939"/>
                  </a:cubicBezTo>
                  <a:cubicBezTo>
                    <a:pt x="475" y="1939"/>
                    <a:pt x="1" y="2413"/>
                    <a:pt x="29" y="2942"/>
                  </a:cubicBezTo>
                  <a:cubicBezTo>
                    <a:pt x="81" y="3493"/>
                    <a:pt x="577" y="3895"/>
                    <a:pt x="1145" y="3895"/>
                  </a:cubicBezTo>
                  <a:cubicBezTo>
                    <a:pt x="1182" y="3895"/>
                    <a:pt x="1218" y="3894"/>
                    <a:pt x="1255" y="3890"/>
                  </a:cubicBezTo>
                  <a:cubicBezTo>
                    <a:pt x="2286" y="3779"/>
                    <a:pt x="3346" y="3695"/>
                    <a:pt x="4377" y="3639"/>
                  </a:cubicBezTo>
                  <a:cubicBezTo>
                    <a:pt x="4405" y="3638"/>
                    <a:pt x="4432" y="3637"/>
                    <a:pt x="4459" y="3637"/>
                  </a:cubicBezTo>
                  <a:cubicBezTo>
                    <a:pt x="4912" y="3637"/>
                    <a:pt x="5195" y="3861"/>
                    <a:pt x="5353" y="4308"/>
                  </a:cubicBezTo>
                  <a:cubicBezTo>
                    <a:pt x="5631" y="5061"/>
                    <a:pt x="6189" y="5507"/>
                    <a:pt x="6969" y="5758"/>
                  </a:cubicBezTo>
                  <a:cubicBezTo>
                    <a:pt x="7572" y="5982"/>
                    <a:pt x="8184" y="6067"/>
                    <a:pt x="8801" y="6067"/>
                  </a:cubicBezTo>
                  <a:cubicBezTo>
                    <a:pt x="9184" y="6067"/>
                    <a:pt x="9568" y="6034"/>
                    <a:pt x="9952" y="5981"/>
                  </a:cubicBezTo>
                  <a:cubicBezTo>
                    <a:pt x="11039" y="5786"/>
                    <a:pt x="11931" y="5312"/>
                    <a:pt x="12405" y="4197"/>
                  </a:cubicBezTo>
                  <a:cubicBezTo>
                    <a:pt x="12561" y="3808"/>
                    <a:pt x="12885" y="3636"/>
                    <a:pt x="13287" y="3636"/>
                  </a:cubicBezTo>
                  <a:cubicBezTo>
                    <a:pt x="13318" y="3636"/>
                    <a:pt x="13349" y="3637"/>
                    <a:pt x="13381" y="3639"/>
                  </a:cubicBezTo>
                  <a:cubicBezTo>
                    <a:pt x="14384" y="3695"/>
                    <a:pt x="15388" y="3779"/>
                    <a:pt x="16419" y="3890"/>
                  </a:cubicBezTo>
                  <a:cubicBezTo>
                    <a:pt x="16512" y="3902"/>
                    <a:pt x="16603" y="3909"/>
                    <a:pt x="16691" y="3909"/>
                  </a:cubicBezTo>
                  <a:cubicBezTo>
                    <a:pt x="17028" y="3909"/>
                    <a:pt x="17318" y="3809"/>
                    <a:pt x="17451" y="3500"/>
                  </a:cubicBezTo>
                  <a:cubicBezTo>
                    <a:pt x="17590" y="3193"/>
                    <a:pt x="17618" y="2775"/>
                    <a:pt x="17534" y="2441"/>
                  </a:cubicBezTo>
                  <a:cubicBezTo>
                    <a:pt x="17339" y="2023"/>
                    <a:pt x="16921" y="1939"/>
                    <a:pt x="16475" y="1939"/>
                  </a:cubicBezTo>
                  <a:cubicBezTo>
                    <a:pt x="16099" y="1953"/>
                    <a:pt x="15722" y="1960"/>
                    <a:pt x="15346" y="1960"/>
                  </a:cubicBezTo>
                  <a:cubicBezTo>
                    <a:pt x="14970" y="1960"/>
                    <a:pt x="14593" y="1953"/>
                    <a:pt x="14217" y="1939"/>
                  </a:cubicBezTo>
                  <a:cubicBezTo>
                    <a:pt x="12879" y="1855"/>
                    <a:pt x="12517" y="1577"/>
                    <a:pt x="12266" y="601"/>
                  </a:cubicBezTo>
                  <a:cubicBezTo>
                    <a:pt x="12165" y="176"/>
                    <a:pt x="12049" y="1"/>
                    <a:pt x="11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4"/>
            <p:cNvSpPr/>
            <p:nvPr/>
          </p:nvSpPr>
          <p:spPr>
            <a:xfrm>
              <a:off x="-453604" y="4573599"/>
              <a:ext cx="852535" cy="292760"/>
            </a:xfrm>
            <a:custGeom>
              <a:rect b="b" l="l" r="r" t="t"/>
              <a:pathLst>
                <a:path extrusionOk="0" h="6050" w="17618">
                  <a:moveTo>
                    <a:pt x="11656" y="0"/>
                  </a:moveTo>
                  <a:cubicBezTo>
                    <a:pt x="11578" y="0"/>
                    <a:pt x="11492" y="14"/>
                    <a:pt x="11402" y="42"/>
                  </a:cubicBezTo>
                  <a:cubicBezTo>
                    <a:pt x="10510" y="321"/>
                    <a:pt x="9625" y="460"/>
                    <a:pt x="8747" y="460"/>
                  </a:cubicBezTo>
                  <a:cubicBezTo>
                    <a:pt x="7868" y="460"/>
                    <a:pt x="6997" y="321"/>
                    <a:pt x="6133" y="42"/>
                  </a:cubicBezTo>
                  <a:cubicBezTo>
                    <a:pt x="6052" y="15"/>
                    <a:pt x="5980" y="2"/>
                    <a:pt x="5916" y="2"/>
                  </a:cubicBezTo>
                  <a:cubicBezTo>
                    <a:pt x="5651" y="2"/>
                    <a:pt x="5521" y="213"/>
                    <a:pt x="5408" y="460"/>
                  </a:cubicBezTo>
                  <a:cubicBezTo>
                    <a:pt x="5297" y="739"/>
                    <a:pt x="5269" y="1045"/>
                    <a:pt x="5074" y="1268"/>
                  </a:cubicBezTo>
                  <a:cubicBezTo>
                    <a:pt x="4879" y="1491"/>
                    <a:pt x="4572" y="1770"/>
                    <a:pt x="4238" y="1826"/>
                  </a:cubicBezTo>
                  <a:cubicBezTo>
                    <a:pt x="3206" y="1910"/>
                    <a:pt x="2119" y="1965"/>
                    <a:pt x="1032" y="1965"/>
                  </a:cubicBezTo>
                  <a:cubicBezTo>
                    <a:pt x="447" y="1965"/>
                    <a:pt x="1" y="2300"/>
                    <a:pt x="1" y="2885"/>
                  </a:cubicBezTo>
                  <a:cubicBezTo>
                    <a:pt x="1" y="3490"/>
                    <a:pt x="422" y="3921"/>
                    <a:pt x="962" y="3921"/>
                  </a:cubicBezTo>
                  <a:cubicBezTo>
                    <a:pt x="994" y="3921"/>
                    <a:pt x="1027" y="3920"/>
                    <a:pt x="1060" y="3917"/>
                  </a:cubicBezTo>
                  <a:cubicBezTo>
                    <a:pt x="1924" y="3805"/>
                    <a:pt x="2732" y="3666"/>
                    <a:pt x="3624" y="3638"/>
                  </a:cubicBezTo>
                  <a:cubicBezTo>
                    <a:pt x="3767" y="3629"/>
                    <a:pt x="3899" y="3622"/>
                    <a:pt x="4022" y="3622"/>
                  </a:cubicBezTo>
                  <a:cubicBezTo>
                    <a:pt x="4643" y="3622"/>
                    <a:pt x="5027" y="3780"/>
                    <a:pt x="5353" y="4502"/>
                  </a:cubicBezTo>
                  <a:cubicBezTo>
                    <a:pt x="5631" y="5171"/>
                    <a:pt x="6189" y="5645"/>
                    <a:pt x="6914" y="5812"/>
                  </a:cubicBezTo>
                  <a:cubicBezTo>
                    <a:pt x="7555" y="5982"/>
                    <a:pt x="8184" y="6050"/>
                    <a:pt x="8827" y="6050"/>
                  </a:cubicBezTo>
                  <a:cubicBezTo>
                    <a:pt x="9133" y="6050"/>
                    <a:pt x="9442" y="6034"/>
                    <a:pt x="9757" y="6007"/>
                  </a:cubicBezTo>
                  <a:cubicBezTo>
                    <a:pt x="10928" y="5896"/>
                    <a:pt x="11820" y="5394"/>
                    <a:pt x="12322" y="4279"/>
                  </a:cubicBezTo>
                  <a:cubicBezTo>
                    <a:pt x="12461" y="4000"/>
                    <a:pt x="12851" y="3666"/>
                    <a:pt x="13102" y="3666"/>
                  </a:cubicBezTo>
                  <a:cubicBezTo>
                    <a:pt x="14189" y="3666"/>
                    <a:pt x="15248" y="3777"/>
                    <a:pt x="16336" y="3917"/>
                  </a:cubicBezTo>
                  <a:cubicBezTo>
                    <a:pt x="16420" y="3929"/>
                    <a:pt x="16501" y="3935"/>
                    <a:pt x="16580" y="3935"/>
                  </a:cubicBezTo>
                  <a:cubicBezTo>
                    <a:pt x="16866" y="3935"/>
                    <a:pt x="17114" y="3845"/>
                    <a:pt x="17311" y="3582"/>
                  </a:cubicBezTo>
                  <a:cubicBezTo>
                    <a:pt x="17590" y="3248"/>
                    <a:pt x="17618" y="2829"/>
                    <a:pt x="17395" y="2439"/>
                  </a:cubicBezTo>
                  <a:cubicBezTo>
                    <a:pt x="17172" y="2133"/>
                    <a:pt x="16865" y="1993"/>
                    <a:pt x="16447" y="1993"/>
                  </a:cubicBezTo>
                  <a:cubicBezTo>
                    <a:pt x="15667" y="1993"/>
                    <a:pt x="14942" y="1965"/>
                    <a:pt x="14189" y="1965"/>
                  </a:cubicBezTo>
                  <a:cubicBezTo>
                    <a:pt x="13102" y="1965"/>
                    <a:pt x="12294" y="1603"/>
                    <a:pt x="12099" y="376"/>
                  </a:cubicBezTo>
                  <a:cubicBezTo>
                    <a:pt x="12057" y="125"/>
                    <a:pt x="11889" y="0"/>
                    <a:pt x="116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4"/>
            <p:cNvSpPr/>
            <p:nvPr/>
          </p:nvSpPr>
          <p:spPr>
            <a:xfrm>
              <a:off x="-452249" y="2910710"/>
              <a:ext cx="859116" cy="292421"/>
            </a:xfrm>
            <a:custGeom>
              <a:rect b="b" l="l" r="r" t="t"/>
              <a:pathLst>
                <a:path extrusionOk="0" h="6043" w="17754">
                  <a:moveTo>
                    <a:pt x="11678" y="1"/>
                  </a:moveTo>
                  <a:cubicBezTo>
                    <a:pt x="11535" y="1"/>
                    <a:pt x="11356" y="44"/>
                    <a:pt x="11123" y="121"/>
                  </a:cubicBezTo>
                  <a:cubicBezTo>
                    <a:pt x="10340" y="355"/>
                    <a:pt x="9565" y="466"/>
                    <a:pt x="8792" y="466"/>
                  </a:cubicBezTo>
                  <a:cubicBezTo>
                    <a:pt x="7997" y="466"/>
                    <a:pt x="7204" y="348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5"/>
                    <a:pt x="5408" y="707"/>
                  </a:cubicBezTo>
                  <a:cubicBezTo>
                    <a:pt x="5213" y="1431"/>
                    <a:pt x="4767" y="1822"/>
                    <a:pt x="4070" y="1933"/>
                  </a:cubicBezTo>
                  <a:cubicBezTo>
                    <a:pt x="3457" y="1989"/>
                    <a:pt x="2816" y="2045"/>
                    <a:pt x="2203" y="2073"/>
                  </a:cubicBezTo>
                  <a:lnTo>
                    <a:pt x="2203" y="2045"/>
                  </a:lnTo>
                  <a:lnTo>
                    <a:pt x="1004" y="2045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59"/>
                    <a:pt x="574" y="3914"/>
                    <a:pt x="1111" y="3914"/>
                  </a:cubicBezTo>
                  <a:cubicBezTo>
                    <a:pt x="1131" y="3914"/>
                    <a:pt x="1151" y="3913"/>
                    <a:pt x="1171" y="3912"/>
                  </a:cubicBezTo>
                  <a:cubicBezTo>
                    <a:pt x="2203" y="3857"/>
                    <a:pt x="3234" y="3773"/>
                    <a:pt x="4293" y="3717"/>
                  </a:cubicBezTo>
                  <a:cubicBezTo>
                    <a:pt x="4341" y="3712"/>
                    <a:pt x="4388" y="3709"/>
                    <a:pt x="4433" y="3709"/>
                  </a:cubicBezTo>
                  <a:cubicBezTo>
                    <a:pt x="4838" y="3709"/>
                    <a:pt x="5146" y="3930"/>
                    <a:pt x="5297" y="4330"/>
                  </a:cubicBezTo>
                  <a:cubicBezTo>
                    <a:pt x="5631" y="5195"/>
                    <a:pt x="6328" y="5752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30"/>
                    <a:pt x="9868" y="6003"/>
                  </a:cubicBezTo>
                  <a:cubicBezTo>
                    <a:pt x="11011" y="5891"/>
                    <a:pt x="11959" y="5390"/>
                    <a:pt x="12405" y="4219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5"/>
                    <a:pt x="15471" y="3773"/>
                    <a:pt x="16531" y="3884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8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9"/>
                  </a:cubicBezTo>
                  <a:cubicBezTo>
                    <a:pt x="16399" y="1999"/>
                    <a:pt x="16210" y="2004"/>
                    <a:pt x="16021" y="2004"/>
                  </a:cubicBezTo>
                  <a:cubicBezTo>
                    <a:pt x="15198" y="2004"/>
                    <a:pt x="14364" y="1918"/>
                    <a:pt x="13548" y="1850"/>
                  </a:cubicBezTo>
                  <a:cubicBezTo>
                    <a:pt x="12823" y="1794"/>
                    <a:pt x="12461" y="1487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4"/>
            <p:cNvSpPr/>
            <p:nvPr/>
          </p:nvSpPr>
          <p:spPr>
            <a:xfrm>
              <a:off x="-452249" y="2493995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49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30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57"/>
                    <a:pt x="574" y="3912"/>
                    <a:pt x="1111" y="3912"/>
                  </a:cubicBezTo>
                  <a:cubicBezTo>
                    <a:pt x="1131" y="3912"/>
                    <a:pt x="1151" y="3912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41" y="3710"/>
                    <a:pt x="4388" y="3707"/>
                    <a:pt x="4433" y="3707"/>
                  </a:cubicBezTo>
                  <a:cubicBezTo>
                    <a:pt x="4838" y="3707"/>
                    <a:pt x="5146" y="3928"/>
                    <a:pt x="5297" y="4329"/>
                  </a:cubicBezTo>
                  <a:cubicBezTo>
                    <a:pt x="5631" y="5193"/>
                    <a:pt x="6328" y="5751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0"/>
                    <a:pt x="16734" y="3900"/>
                  </a:cubicBezTo>
                  <a:cubicBezTo>
                    <a:pt x="17137" y="3900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4"/>
            <p:cNvSpPr/>
            <p:nvPr/>
          </p:nvSpPr>
          <p:spPr>
            <a:xfrm>
              <a:off x="-452249" y="2079120"/>
              <a:ext cx="859116" cy="292518"/>
            </a:xfrm>
            <a:custGeom>
              <a:rect b="b" l="l" r="r" t="t"/>
              <a:pathLst>
                <a:path extrusionOk="0" h="6045" w="17754">
                  <a:moveTo>
                    <a:pt x="11671" y="1"/>
                  </a:moveTo>
                  <a:cubicBezTo>
                    <a:pt x="11530" y="1"/>
                    <a:pt x="11352" y="40"/>
                    <a:pt x="11123" y="108"/>
                  </a:cubicBezTo>
                  <a:cubicBezTo>
                    <a:pt x="10340" y="356"/>
                    <a:pt x="9563" y="474"/>
                    <a:pt x="8790" y="474"/>
                  </a:cubicBezTo>
                  <a:cubicBezTo>
                    <a:pt x="7995" y="474"/>
                    <a:pt x="7204" y="349"/>
                    <a:pt x="6412" y="108"/>
                  </a:cubicBezTo>
                  <a:cubicBezTo>
                    <a:pt x="6226" y="62"/>
                    <a:pt x="6079" y="35"/>
                    <a:pt x="5960" y="35"/>
                  </a:cubicBezTo>
                  <a:cubicBezTo>
                    <a:pt x="5650" y="35"/>
                    <a:pt x="5529" y="218"/>
                    <a:pt x="5408" y="722"/>
                  </a:cubicBezTo>
                  <a:cubicBezTo>
                    <a:pt x="5213" y="1446"/>
                    <a:pt x="4767" y="1837"/>
                    <a:pt x="4070" y="1920"/>
                  </a:cubicBezTo>
                  <a:cubicBezTo>
                    <a:pt x="3457" y="2004"/>
                    <a:pt x="2816" y="2032"/>
                    <a:pt x="2203" y="2087"/>
                  </a:cubicBezTo>
                  <a:lnTo>
                    <a:pt x="2203" y="2032"/>
                  </a:lnTo>
                  <a:lnTo>
                    <a:pt x="1004" y="2032"/>
                  </a:lnTo>
                  <a:cubicBezTo>
                    <a:pt x="447" y="2060"/>
                    <a:pt x="1" y="2533"/>
                    <a:pt x="28" y="3035"/>
                  </a:cubicBezTo>
                  <a:cubicBezTo>
                    <a:pt x="55" y="3547"/>
                    <a:pt x="577" y="3929"/>
                    <a:pt x="1115" y="3929"/>
                  </a:cubicBezTo>
                  <a:cubicBezTo>
                    <a:pt x="1134" y="3929"/>
                    <a:pt x="1153" y="3928"/>
                    <a:pt x="1171" y="3927"/>
                  </a:cubicBezTo>
                  <a:cubicBezTo>
                    <a:pt x="2203" y="3844"/>
                    <a:pt x="3234" y="3788"/>
                    <a:pt x="4293" y="3704"/>
                  </a:cubicBezTo>
                  <a:cubicBezTo>
                    <a:pt x="4323" y="3702"/>
                    <a:pt x="4352" y="3702"/>
                    <a:pt x="4380" y="3702"/>
                  </a:cubicBezTo>
                  <a:cubicBezTo>
                    <a:pt x="4811" y="3702"/>
                    <a:pt x="5140" y="3901"/>
                    <a:pt x="5297" y="4345"/>
                  </a:cubicBezTo>
                  <a:cubicBezTo>
                    <a:pt x="5631" y="5209"/>
                    <a:pt x="6328" y="5767"/>
                    <a:pt x="7248" y="5906"/>
                  </a:cubicBezTo>
                  <a:cubicBezTo>
                    <a:pt x="7839" y="6002"/>
                    <a:pt x="8429" y="6045"/>
                    <a:pt x="9029" y="6045"/>
                  </a:cubicBezTo>
                  <a:cubicBezTo>
                    <a:pt x="9306" y="6045"/>
                    <a:pt x="9586" y="6035"/>
                    <a:pt x="9868" y="6018"/>
                  </a:cubicBezTo>
                  <a:cubicBezTo>
                    <a:pt x="11011" y="5906"/>
                    <a:pt x="11959" y="5377"/>
                    <a:pt x="12405" y="4234"/>
                  </a:cubicBezTo>
                  <a:cubicBezTo>
                    <a:pt x="12560" y="3845"/>
                    <a:pt x="12884" y="3673"/>
                    <a:pt x="13265" y="3673"/>
                  </a:cubicBezTo>
                  <a:cubicBezTo>
                    <a:pt x="13294" y="3673"/>
                    <a:pt x="13323" y="3674"/>
                    <a:pt x="13353" y="3676"/>
                  </a:cubicBezTo>
                  <a:cubicBezTo>
                    <a:pt x="14384" y="3732"/>
                    <a:pt x="15471" y="3788"/>
                    <a:pt x="16531" y="3871"/>
                  </a:cubicBezTo>
                  <a:cubicBezTo>
                    <a:pt x="16601" y="3883"/>
                    <a:pt x="16669" y="3889"/>
                    <a:pt x="16734" y="3889"/>
                  </a:cubicBezTo>
                  <a:cubicBezTo>
                    <a:pt x="17137" y="3889"/>
                    <a:pt x="17442" y="3674"/>
                    <a:pt x="17562" y="3314"/>
                  </a:cubicBezTo>
                  <a:cubicBezTo>
                    <a:pt x="17754" y="2766"/>
                    <a:pt x="17461" y="2003"/>
                    <a:pt x="16631" y="2003"/>
                  </a:cubicBezTo>
                  <a:cubicBezTo>
                    <a:pt x="16616" y="2003"/>
                    <a:pt x="16601" y="2003"/>
                    <a:pt x="16586" y="2004"/>
                  </a:cubicBezTo>
                  <a:cubicBezTo>
                    <a:pt x="16478" y="2007"/>
                    <a:pt x="16369" y="2008"/>
                    <a:pt x="16260" y="2008"/>
                  </a:cubicBezTo>
                  <a:cubicBezTo>
                    <a:pt x="15360" y="2008"/>
                    <a:pt x="14443" y="1914"/>
                    <a:pt x="13548" y="1864"/>
                  </a:cubicBezTo>
                  <a:cubicBezTo>
                    <a:pt x="12823" y="1781"/>
                    <a:pt x="12461" y="1474"/>
                    <a:pt x="12266" y="749"/>
                  </a:cubicBezTo>
                  <a:cubicBezTo>
                    <a:pt x="12130" y="207"/>
                    <a:pt x="11994" y="1"/>
                    <a:pt x="116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4"/>
            <p:cNvSpPr/>
            <p:nvPr/>
          </p:nvSpPr>
          <p:spPr>
            <a:xfrm>
              <a:off x="-452249" y="1663083"/>
              <a:ext cx="859116" cy="292372"/>
            </a:xfrm>
            <a:custGeom>
              <a:rect b="b" l="l" r="r" t="t"/>
              <a:pathLst>
                <a:path extrusionOk="0" h="6042" w="17754">
                  <a:moveTo>
                    <a:pt x="11678" y="0"/>
                  </a:moveTo>
                  <a:cubicBezTo>
                    <a:pt x="11535" y="0"/>
                    <a:pt x="11356" y="43"/>
                    <a:pt x="11123" y="121"/>
                  </a:cubicBezTo>
                  <a:cubicBezTo>
                    <a:pt x="10340" y="354"/>
                    <a:pt x="9565" y="466"/>
                    <a:pt x="8792" y="466"/>
                  </a:cubicBezTo>
                  <a:cubicBezTo>
                    <a:pt x="7997" y="466"/>
                    <a:pt x="7204" y="347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4"/>
                    <a:pt x="5408" y="706"/>
                  </a:cubicBezTo>
                  <a:cubicBezTo>
                    <a:pt x="5213" y="1431"/>
                    <a:pt x="4767" y="1821"/>
                    <a:pt x="4070" y="1933"/>
                  </a:cubicBezTo>
                  <a:cubicBezTo>
                    <a:pt x="3457" y="1988"/>
                    <a:pt x="2816" y="2044"/>
                    <a:pt x="2203" y="2072"/>
                  </a:cubicBezTo>
                  <a:lnTo>
                    <a:pt x="2203" y="2016"/>
                  </a:lnTo>
                  <a:lnTo>
                    <a:pt x="1004" y="2016"/>
                  </a:lnTo>
                  <a:cubicBezTo>
                    <a:pt x="447" y="2072"/>
                    <a:pt x="1" y="2518"/>
                    <a:pt x="28" y="3048"/>
                  </a:cubicBezTo>
                  <a:cubicBezTo>
                    <a:pt x="55" y="3532"/>
                    <a:pt x="577" y="3913"/>
                    <a:pt x="1115" y="3913"/>
                  </a:cubicBezTo>
                  <a:cubicBezTo>
                    <a:pt x="1134" y="3913"/>
                    <a:pt x="1152" y="3913"/>
                    <a:pt x="1171" y="3912"/>
                  </a:cubicBezTo>
                  <a:cubicBezTo>
                    <a:pt x="2203" y="3856"/>
                    <a:pt x="3234" y="3772"/>
                    <a:pt x="4293" y="3717"/>
                  </a:cubicBezTo>
                  <a:cubicBezTo>
                    <a:pt x="4341" y="3711"/>
                    <a:pt x="4388" y="3708"/>
                    <a:pt x="4433" y="3708"/>
                  </a:cubicBezTo>
                  <a:cubicBezTo>
                    <a:pt x="4838" y="3708"/>
                    <a:pt x="5146" y="3929"/>
                    <a:pt x="5297" y="4330"/>
                  </a:cubicBezTo>
                  <a:cubicBezTo>
                    <a:pt x="5631" y="5194"/>
                    <a:pt x="6328" y="5751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29"/>
                    <a:pt x="9868" y="6002"/>
                  </a:cubicBezTo>
                  <a:cubicBezTo>
                    <a:pt x="11011" y="5891"/>
                    <a:pt x="11959" y="5389"/>
                    <a:pt x="12405" y="4218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587" y="3890"/>
                    <a:pt x="16641" y="3893"/>
                    <a:pt x="16695" y="3893"/>
                  </a:cubicBezTo>
                  <a:cubicBezTo>
                    <a:pt x="17116" y="3893"/>
                    <a:pt x="17438" y="3698"/>
                    <a:pt x="17562" y="3326"/>
                  </a:cubicBezTo>
                  <a:cubicBezTo>
                    <a:pt x="17754" y="2778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8"/>
                  </a:cubicBezTo>
                  <a:cubicBezTo>
                    <a:pt x="16399" y="1999"/>
                    <a:pt x="16210" y="2003"/>
                    <a:pt x="16021" y="2003"/>
                  </a:cubicBezTo>
                  <a:cubicBezTo>
                    <a:pt x="15198" y="2003"/>
                    <a:pt x="14364" y="1917"/>
                    <a:pt x="13548" y="1849"/>
                  </a:cubicBezTo>
                  <a:cubicBezTo>
                    <a:pt x="12823" y="1793"/>
                    <a:pt x="12461" y="1459"/>
                    <a:pt x="12266" y="734"/>
                  </a:cubicBezTo>
                  <a:cubicBezTo>
                    <a:pt x="12131" y="214"/>
                    <a:pt x="11996" y="0"/>
                    <a:pt x="116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4"/>
            <p:cNvSpPr/>
            <p:nvPr/>
          </p:nvSpPr>
          <p:spPr>
            <a:xfrm>
              <a:off x="-452249" y="1247675"/>
              <a:ext cx="859116" cy="292711"/>
            </a:xfrm>
            <a:custGeom>
              <a:rect b="b" l="l" r="r" t="t"/>
              <a:pathLst>
                <a:path extrusionOk="0" h="6049" w="17754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1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9"/>
                    <a:pt x="12405" y="4246"/>
                  </a:cubicBezTo>
                  <a:cubicBezTo>
                    <a:pt x="12560" y="3857"/>
                    <a:pt x="12884" y="3685"/>
                    <a:pt x="13265" y="3685"/>
                  </a:cubicBezTo>
                  <a:cubicBezTo>
                    <a:pt x="13294" y="3685"/>
                    <a:pt x="13323" y="3686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5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3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4"/>
            <p:cNvSpPr/>
            <p:nvPr/>
          </p:nvSpPr>
          <p:spPr>
            <a:xfrm>
              <a:off x="-452249" y="832170"/>
              <a:ext cx="859116" cy="291840"/>
            </a:xfrm>
            <a:custGeom>
              <a:rect b="b" l="l" r="r" t="t"/>
              <a:pathLst>
                <a:path extrusionOk="0" h="6031" w="17754">
                  <a:moveTo>
                    <a:pt x="11678" y="1"/>
                  </a:moveTo>
                  <a:cubicBezTo>
                    <a:pt x="11535" y="1"/>
                    <a:pt x="11356" y="44"/>
                    <a:pt x="11123" y="122"/>
                  </a:cubicBezTo>
                  <a:cubicBezTo>
                    <a:pt x="10340" y="355"/>
                    <a:pt x="9565" y="467"/>
                    <a:pt x="8792" y="467"/>
                  </a:cubicBezTo>
                  <a:cubicBezTo>
                    <a:pt x="7997" y="467"/>
                    <a:pt x="7204" y="348"/>
                    <a:pt x="6412" y="122"/>
                  </a:cubicBezTo>
                  <a:cubicBezTo>
                    <a:pt x="6213" y="64"/>
                    <a:pt x="6059" y="30"/>
                    <a:pt x="5935" y="30"/>
                  </a:cubicBezTo>
                  <a:cubicBezTo>
                    <a:pt x="5643" y="30"/>
                    <a:pt x="5526" y="217"/>
                    <a:pt x="5408" y="707"/>
                  </a:cubicBezTo>
                  <a:cubicBezTo>
                    <a:pt x="5213" y="1432"/>
                    <a:pt x="4767" y="1822"/>
                    <a:pt x="4070" y="1933"/>
                  </a:cubicBezTo>
                  <a:cubicBezTo>
                    <a:pt x="3457" y="1989"/>
                    <a:pt x="2816" y="2017"/>
                    <a:pt x="2203" y="2073"/>
                  </a:cubicBezTo>
                  <a:lnTo>
                    <a:pt x="2203" y="2017"/>
                  </a:lnTo>
                  <a:lnTo>
                    <a:pt x="1004" y="2017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33"/>
                    <a:pt x="577" y="3914"/>
                    <a:pt x="1115" y="3914"/>
                  </a:cubicBezTo>
                  <a:cubicBezTo>
                    <a:pt x="1134" y="3914"/>
                    <a:pt x="1152" y="3914"/>
                    <a:pt x="1171" y="3913"/>
                  </a:cubicBezTo>
                  <a:cubicBezTo>
                    <a:pt x="2203" y="3829"/>
                    <a:pt x="3234" y="3773"/>
                    <a:pt x="4293" y="3690"/>
                  </a:cubicBezTo>
                  <a:cubicBezTo>
                    <a:pt x="4320" y="3688"/>
                    <a:pt x="4346" y="3687"/>
                    <a:pt x="4372" y="3687"/>
                  </a:cubicBezTo>
                  <a:cubicBezTo>
                    <a:pt x="4807" y="3687"/>
                    <a:pt x="5139" y="3910"/>
                    <a:pt x="5297" y="4331"/>
                  </a:cubicBezTo>
                  <a:cubicBezTo>
                    <a:pt x="5631" y="5195"/>
                    <a:pt x="6328" y="5752"/>
                    <a:pt x="7248" y="5892"/>
                  </a:cubicBezTo>
                  <a:cubicBezTo>
                    <a:pt x="7839" y="5987"/>
                    <a:pt x="8429" y="6030"/>
                    <a:pt x="9029" y="6030"/>
                  </a:cubicBezTo>
                  <a:cubicBezTo>
                    <a:pt x="9306" y="6030"/>
                    <a:pt x="9586" y="6021"/>
                    <a:pt x="9868" y="6003"/>
                  </a:cubicBezTo>
                  <a:cubicBezTo>
                    <a:pt x="11011" y="5892"/>
                    <a:pt x="11959" y="5362"/>
                    <a:pt x="12405" y="4219"/>
                  </a:cubicBezTo>
                  <a:cubicBezTo>
                    <a:pt x="12560" y="3831"/>
                    <a:pt x="12884" y="3659"/>
                    <a:pt x="13265" y="3659"/>
                  </a:cubicBezTo>
                  <a:cubicBezTo>
                    <a:pt x="13294" y="3659"/>
                    <a:pt x="13323" y="3660"/>
                    <a:pt x="13353" y="3662"/>
                  </a:cubicBezTo>
                  <a:cubicBezTo>
                    <a:pt x="14384" y="3745"/>
                    <a:pt x="15471" y="3773"/>
                    <a:pt x="16531" y="3885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9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9"/>
                    <a:pt x="16586" y="1989"/>
                  </a:cubicBezTo>
                  <a:cubicBezTo>
                    <a:pt x="16452" y="1993"/>
                    <a:pt x="16317" y="1995"/>
                    <a:pt x="16182" y="1995"/>
                  </a:cubicBezTo>
                  <a:cubicBezTo>
                    <a:pt x="15307" y="1995"/>
                    <a:pt x="14417" y="1922"/>
                    <a:pt x="13548" y="1850"/>
                  </a:cubicBezTo>
                  <a:cubicBezTo>
                    <a:pt x="12823" y="1794"/>
                    <a:pt x="12461" y="1460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4"/>
            <p:cNvSpPr/>
            <p:nvPr/>
          </p:nvSpPr>
          <p:spPr>
            <a:xfrm>
              <a:off x="-452249" y="416811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4"/>
            <p:cNvSpPr/>
            <p:nvPr/>
          </p:nvSpPr>
          <p:spPr>
            <a:xfrm>
              <a:off x="-452249" y="-1"/>
              <a:ext cx="859116" cy="292760"/>
            </a:xfrm>
            <a:custGeom>
              <a:rect b="b" l="l" r="r" t="t"/>
              <a:pathLst>
                <a:path extrusionOk="0" h="6050" w="17754">
                  <a:moveTo>
                    <a:pt x="11674" y="1"/>
                  </a:moveTo>
                  <a:cubicBezTo>
                    <a:pt x="11532" y="1"/>
                    <a:pt x="11353" y="44"/>
                    <a:pt x="11123" y="121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1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4"/>
                    <a:pt x="5408" y="706"/>
                  </a:cubicBezTo>
                  <a:cubicBezTo>
                    <a:pt x="5213" y="1459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2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2"/>
                    <a:pt x="1" y="2518"/>
                    <a:pt x="28" y="3047"/>
                  </a:cubicBezTo>
                  <a:cubicBezTo>
                    <a:pt x="55" y="3543"/>
                    <a:pt x="545" y="3917"/>
                    <a:pt x="1065" y="3917"/>
                  </a:cubicBezTo>
                  <a:cubicBezTo>
                    <a:pt x="1100" y="3917"/>
                    <a:pt x="1136" y="3915"/>
                    <a:pt x="1171" y="3912"/>
                  </a:cubicBezTo>
                  <a:cubicBezTo>
                    <a:pt x="2203" y="3856"/>
                    <a:pt x="3234" y="3772"/>
                    <a:pt x="4293" y="3716"/>
                  </a:cubicBezTo>
                  <a:cubicBezTo>
                    <a:pt x="4323" y="3715"/>
                    <a:pt x="4352" y="3714"/>
                    <a:pt x="4381" y="3714"/>
                  </a:cubicBezTo>
                  <a:cubicBezTo>
                    <a:pt x="4812" y="3714"/>
                    <a:pt x="5140" y="3911"/>
                    <a:pt x="5297" y="4330"/>
                  </a:cubicBezTo>
                  <a:cubicBezTo>
                    <a:pt x="5631" y="5222"/>
                    <a:pt x="6328" y="5779"/>
                    <a:pt x="7248" y="5919"/>
                  </a:cubicBezTo>
                  <a:cubicBezTo>
                    <a:pt x="7788" y="6006"/>
                    <a:pt x="8328" y="6049"/>
                    <a:pt x="8875" y="6049"/>
                  </a:cubicBezTo>
                  <a:cubicBezTo>
                    <a:pt x="9203" y="6049"/>
                    <a:pt x="9534" y="6034"/>
                    <a:pt x="9868" y="6002"/>
                  </a:cubicBezTo>
                  <a:cubicBezTo>
                    <a:pt x="11011" y="5919"/>
                    <a:pt x="11959" y="5389"/>
                    <a:pt x="12405" y="4246"/>
                  </a:cubicBezTo>
                  <a:cubicBezTo>
                    <a:pt x="12554" y="3875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9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6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6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7"/>
                  </a:cubicBezTo>
                  <a:cubicBezTo>
                    <a:pt x="12823" y="1793"/>
                    <a:pt x="12461" y="1486"/>
                    <a:pt x="12266" y="762"/>
                  </a:cubicBezTo>
                  <a:cubicBezTo>
                    <a:pt x="12130" y="220"/>
                    <a:pt x="11995" y="1"/>
                    <a:pt x="116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14"/>
            <p:cNvSpPr/>
            <p:nvPr/>
          </p:nvSpPr>
          <p:spPr>
            <a:xfrm>
              <a:off x="-349716" y="4932539"/>
              <a:ext cx="639184" cy="232466"/>
            </a:xfrm>
            <a:custGeom>
              <a:rect b="b" l="l" r="r" t="t"/>
              <a:pathLst>
                <a:path extrusionOk="0" h="4804" w="13209">
                  <a:moveTo>
                    <a:pt x="8759" y="0"/>
                  </a:moveTo>
                  <a:cubicBezTo>
                    <a:pt x="8709" y="0"/>
                    <a:pt x="8651" y="13"/>
                    <a:pt x="8586" y="39"/>
                  </a:cubicBezTo>
                  <a:cubicBezTo>
                    <a:pt x="7958" y="262"/>
                    <a:pt x="7317" y="366"/>
                    <a:pt x="6673" y="366"/>
                  </a:cubicBezTo>
                  <a:cubicBezTo>
                    <a:pt x="6028" y="366"/>
                    <a:pt x="5380" y="262"/>
                    <a:pt x="4739" y="67"/>
                  </a:cubicBezTo>
                  <a:cubicBezTo>
                    <a:pt x="4625" y="26"/>
                    <a:pt x="4538" y="4"/>
                    <a:pt x="4468" y="4"/>
                  </a:cubicBezTo>
                  <a:cubicBezTo>
                    <a:pt x="4298" y="4"/>
                    <a:pt x="4233" y="133"/>
                    <a:pt x="4153" y="429"/>
                  </a:cubicBezTo>
                  <a:cubicBezTo>
                    <a:pt x="3986" y="1014"/>
                    <a:pt x="3707" y="1516"/>
                    <a:pt x="3011" y="1516"/>
                  </a:cubicBezTo>
                  <a:cubicBezTo>
                    <a:pt x="2258" y="1544"/>
                    <a:pt x="1561" y="1600"/>
                    <a:pt x="836" y="1655"/>
                  </a:cubicBezTo>
                  <a:cubicBezTo>
                    <a:pt x="836" y="1572"/>
                    <a:pt x="808" y="1544"/>
                    <a:pt x="781" y="1460"/>
                  </a:cubicBezTo>
                  <a:cubicBezTo>
                    <a:pt x="558" y="1600"/>
                    <a:pt x="307" y="1711"/>
                    <a:pt x="223" y="1878"/>
                  </a:cubicBezTo>
                  <a:cubicBezTo>
                    <a:pt x="0" y="2213"/>
                    <a:pt x="0" y="2575"/>
                    <a:pt x="279" y="2826"/>
                  </a:cubicBezTo>
                  <a:cubicBezTo>
                    <a:pt x="446" y="2993"/>
                    <a:pt x="725" y="3077"/>
                    <a:pt x="948" y="3077"/>
                  </a:cubicBezTo>
                  <a:cubicBezTo>
                    <a:pt x="1673" y="3049"/>
                    <a:pt x="2369" y="2938"/>
                    <a:pt x="3094" y="2854"/>
                  </a:cubicBezTo>
                  <a:cubicBezTo>
                    <a:pt x="3119" y="2853"/>
                    <a:pt x="3144" y="2852"/>
                    <a:pt x="3168" y="2852"/>
                  </a:cubicBezTo>
                  <a:cubicBezTo>
                    <a:pt x="3624" y="2852"/>
                    <a:pt x="3883" y="3100"/>
                    <a:pt x="4042" y="3523"/>
                  </a:cubicBezTo>
                  <a:cubicBezTo>
                    <a:pt x="4265" y="3997"/>
                    <a:pt x="4572" y="4359"/>
                    <a:pt x="5073" y="4527"/>
                  </a:cubicBezTo>
                  <a:cubicBezTo>
                    <a:pt x="5569" y="4717"/>
                    <a:pt x="6077" y="4803"/>
                    <a:pt x="6598" y="4803"/>
                  </a:cubicBezTo>
                  <a:cubicBezTo>
                    <a:pt x="6840" y="4803"/>
                    <a:pt x="7084" y="4785"/>
                    <a:pt x="7331" y="4750"/>
                  </a:cubicBezTo>
                  <a:cubicBezTo>
                    <a:pt x="8223" y="4638"/>
                    <a:pt x="8892" y="4248"/>
                    <a:pt x="9255" y="3356"/>
                  </a:cubicBezTo>
                  <a:cubicBezTo>
                    <a:pt x="9384" y="3019"/>
                    <a:pt x="9586" y="2851"/>
                    <a:pt x="9904" y="2851"/>
                  </a:cubicBezTo>
                  <a:cubicBezTo>
                    <a:pt x="9928" y="2851"/>
                    <a:pt x="9954" y="2852"/>
                    <a:pt x="9979" y="2854"/>
                  </a:cubicBezTo>
                  <a:cubicBezTo>
                    <a:pt x="10732" y="2938"/>
                    <a:pt x="11513" y="3049"/>
                    <a:pt x="12265" y="3105"/>
                  </a:cubicBezTo>
                  <a:cubicBezTo>
                    <a:pt x="12280" y="3106"/>
                    <a:pt x="12295" y="3106"/>
                    <a:pt x="12310" y="3106"/>
                  </a:cubicBezTo>
                  <a:cubicBezTo>
                    <a:pt x="12793" y="3106"/>
                    <a:pt x="13209" y="2670"/>
                    <a:pt x="13074" y="2129"/>
                  </a:cubicBezTo>
                  <a:cubicBezTo>
                    <a:pt x="12934" y="1683"/>
                    <a:pt x="12655" y="1572"/>
                    <a:pt x="12182" y="1572"/>
                  </a:cubicBezTo>
                  <a:cubicBezTo>
                    <a:pt x="11429" y="1572"/>
                    <a:pt x="10676" y="1572"/>
                    <a:pt x="9952" y="1460"/>
                  </a:cubicBezTo>
                  <a:cubicBezTo>
                    <a:pt x="9366" y="1405"/>
                    <a:pt x="9171" y="875"/>
                    <a:pt x="9060" y="345"/>
                  </a:cubicBezTo>
                  <a:cubicBezTo>
                    <a:pt x="9017" y="132"/>
                    <a:pt x="8925" y="0"/>
                    <a:pt x="8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720000" y="445025"/>
            <a:ext cx="77040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" type="subTitle"/>
          </p:nvPr>
        </p:nvSpPr>
        <p:spPr>
          <a:xfrm>
            <a:off x="830862" y="2269375"/>
            <a:ext cx="2770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2" type="subTitle"/>
          </p:nvPr>
        </p:nvSpPr>
        <p:spPr>
          <a:xfrm>
            <a:off x="5542638" y="2269375"/>
            <a:ext cx="2770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3" type="subTitle"/>
          </p:nvPr>
        </p:nvSpPr>
        <p:spPr>
          <a:xfrm>
            <a:off x="830862" y="4007575"/>
            <a:ext cx="2770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4" type="subTitle"/>
          </p:nvPr>
        </p:nvSpPr>
        <p:spPr>
          <a:xfrm>
            <a:off x="5542638" y="4007575"/>
            <a:ext cx="2770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5" type="title"/>
          </p:nvPr>
        </p:nvSpPr>
        <p:spPr>
          <a:xfrm>
            <a:off x="1616562" y="1387907"/>
            <a:ext cx="1199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15"/>
          <p:cNvSpPr txBox="1"/>
          <p:nvPr>
            <p:ph idx="6" type="title"/>
          </p:nvPr>
        </p:nvSpPr>
        <p:spPr>
          <a:xfrm>
            <a:off x="1616562" y="3126128"/>
            <a:ext cx="1199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" name="Google Shape;55;p15"/>
          <p:cNvSpPr txBox="1"/>
          <p:nvPr>
            <p:ph idx="7" type="title"/>
          </p:nvPr>
        </p:nvSpPr>
        <p:spPr>
          <a:xfrm>
            <a:off x="6328338" y="1387907"/>
            <a:ext cx="1199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" name="Google Shape;56;p15"/>
          <p:cNvSpPr txBox="1"/>
          <p:nvPr>
            <p:ph idx="8" type="title"/>
          </p:nvPr>
        </p:nvSpPr>
        <p:spPr>
          <a:xfrm>
            <a:off x="6328338" y="3126128"/>
            <a:ext cx="1199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" name="Google Shape;57;p15"/>
          <p:cNvSpPr txBox="1"/>
          <p:nvPr>
            <p:ph idx="9" type="subTitle"/>
          </p:nvPr>
        </p:nvSpPr>
        <p:spPr>
          <a:xfrm>
            <a:off x="830862" y="1980375"/>
            <a:ext cx="27705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8" name="Google Shape;58;p15"/>
          <p:cNvSpPr txBox="1"/>
          <p:nvPr>
            <p:ph idx="13" type="subTitle"/>
          </p:nvPr>
        </p:nvSpPr>
        <p:spPr>
          <a:xfrm>
            <a:off x="5542638" y="1980375"/>
            <a:ext cx="27705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9" name="Google Shape;59;p15"/>
          <p:cNvSpPr txBox="1"/>
          <p:nvPr>
            <p:ph idx="14" type="subTitle"/>
          </p:nvPr>
        </p:nvSpPr>
        <p:spPr>
          <a:xfrm>
            <a:off x="830862" y="3718650"/>
            <a:ext cx="27705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idx="15" type="subTitle"/>
          </p:nvPr>
        </p:nvSpPr>
        <p:spPr>
          <a:xfrm>
            <a:off x="5542638" y="3718650"/>
            <a:ext cx="27705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61" name="Google Shape;61;p15"/>
          <p:cNvGrpSpPr/>
          <p:nvPr/>
        </p:nvGrpSpPr>
        <p:grpSpPr>
          <a:xfrm>
            <a:off x="8732642" y="-10753"/>
            <a:ext cx="865842" cy="5165006"/>
            <a:chOff x="-458975" y="-1"/>
            <a:chExt cx="865842" cy="5165006"/>
          </a:xfrm>
        </p:grpSpPr>
        <p:sp>
          <p:nvSpPr>
            <p:cNvPr id="62" name="Google Shape;62;p15"/>
            <p:cNvSpPr/>
            <p:nvPr/>
          </p:nvSpPr>
          <p:spPr>
            <a:xfrm>
              <a:off x="-458975" y="3326988"/>
              <a:ext cx="855245" cy="295131"/>
            </a:xfrm>
            <a:custGeom>
              <a:rect b="b" l="l" r="r" t="t"/>
              <a:pathLst>
                <a:path extrusionOk="0" h="6099" w="17674">
                  <a:moveTo>
                    <a:pt x="11736" y="1"/>
                  </a:moveTo>
                  <a:cubicBezTo>
                    <a:pt x="11619" y="1"/>
                    <a:pt x="11474" y="28"/>
                    <a:pt x="11290" y="76"/>
                  </a:cubicBezTo>
                  <a:cubicBezTo>
                    <a:pt x="10457" y="334"/>
                    <a:pt x="9633" y="460"/>
                    <a:pt x="8808" y="460"/>
                  </a:cubicBezTo>
                  <a:cubicBezTo>
                    <a:pt x="8030" y="460"/>
                    <a:pt x="7252" y="348"/>
                    <a:pt x="6467" y="132"/>
                  </a:cubicBezTo>
                  <a:cubicBezTo>
                    <a:pt x="6226" y="57"/>
                    <a:pt x="6052" y="11"/>
                    <a:pt x="5921" y="11"/>
                  </a:cubicBezTo>
                  <a:cubicBezTo>
                    <a:pt x="5659" y="11"/>
                    <a:pt x="5566" y="197"/>
                    <a:pt x="5436" y="717"/>
                  </a:cubicBezTo>
                  <a:cubicBezTo>
                    <a:pt x="5296" y="1275"/>
                    <a:pt x="5046" y="1749"/>
                    <a:pt x="4460" y="1832"/>
                  </a:cubicBezTo>
                  <a:cubicBezTo>
                    <a:pt x="3401" y="1944"/>
                    <a:pt x="2342" y="1972"/>
                    <a:pt x="1282" y="1972"/>
                  </a:cubicBezTo>
                  <a:cubicBezTo>
                    <a:pt x="864" y="1972"/>
                    <a:pt x="474" y="2027"/>
                    <a:pt x="251" y="2390"/>
                  </a:cubicBezTo>
                  <a:cubicBezTo>
                    <a:pt x="0" y="2724"/>
                    <a:pt x="0" y="3142"/>
                    <a:pt x="251" y="3505"/>
                  </a:cubicBezTo>
                  <a:cubicBezTo>
                    <a:pt x="452" y="3807"/>
                    <a:pt x="767" y="3927"/>
                    <a:pt x="1155" y="3927"/>
                  </a:cubicBezTo>
                  <a:cubicBezTo>
                    <a:pt x="1197" y="3927"/>
                    <a:pt x="1239" y="3926"/>
                    <a:pt x="1282" y="3923"/>
                  </a:cubicBezTo>
                  <a:cubicBezTo>
                    <a:pt x="2258" y="3811"/>
                    <a:pt x="3234" y="3728"/>
                    <a:pt x="4209" y="3672"/>
                  </a:cubicBezTo>
                  <a:cubicBezTo>
                    <a:pt x="4239" y="3671"/>
                    <a:pt x="4267" y="3670"/>
                    <a:pt x="4295" y="3670"/>
                  </a:cubicBezTo>
                  <a:cubicBezTo>
                    <a:pt x="4881" y="3670"/>
                    <a:pt x="5195" y="3946"/>
                    <a:pt x="5408" y="4425"/>
                  </a:cubicBezTo>
                  <a:cubicBezTo>
                    <a:pt x="5715" y="5094"/>
                    <a:pt x="6244" y="5567"/>
                    <a:pt x="6941" y="5790"/>
                  </a:cubicBezTo>
                  <a:cubicBezTo>
                    <a:pt x="7576" y="6002"/>
                    <a:pt x="8227" y="6099"/>
                    <a:pt x="8880" y="6099"/>
                  </a:cubicBezTo>
                  <a:cubicBezTo>
                    <a:pt x="9433" y="6099"/>
                    <a:pt x="9988" y="6030"/>
                    <a:pt x="10537" y="5902"/>
                  </a:cubicBezTo>
                  <a:cubicBezTo>
                    <a:pt x="11290" y="5735"/>
                    <a:pt x="11959" y="5317"/>
                    <a:pt x="12265" y="4536"/>
                  </a:cubicBezTo>
                  <a:cubicBezTo>
                    <a:pt x="12516" y="3960"/>
                    <a:pt x="12879" y="3631"/>
                    <a:pt x="13456" y="3631"/>
                  </a:cubicBezTo>
                  <a:cubicBezTo>
                    <a:pt x="13521" y="3631"/>
                    <a:pt x="13588" y="3636"/>
                    <a:pt x="13659" y="3644"/>
                  </a:cubicBezTo>
                  <a:cubicBezTo>
                    <a:pt x="14607" y="3700"/>
                    <a:pt x="15555" y="3811"/>
                    <a:pt x="16419" y="3895"/>
                  </a:cubicBezTo>
                  <a:cubicBezTo>
                    <a:pt x="16455" y="3897"/>
                    <a:pt x="16491" y="3898"/>
                    <a:pt x="16527" y="3898"/>
                  </a:cubicBezTo>
                  <a:cubicBezTo>
                    <a:pt x="16923" y="3898"/>
                    <a:pt x="17245" y="3754"/>
                    <a:pt x="17450" y="3421"/>
                  </a:cubicBezTo>
                  <a:cubicBezTo>
                    <a:pt x="17673" y="3087"/>
                    <a:pt x="17673" y="2696"/>
                    <a:pt x="17422" y="2362"/>
                  </a:cubicBezTo>
                  <a:cubicBezTo>
                    <a:pt x="17171" y="2027"/>
                    <a:pt x="16837" y="1944"/>
                    <a:pt x="16419" y="1944"/>
                  </a:cubicBezTo>
                  <a:cubicBezTo>
                    <a:pt x="15499" y="1944"/>
                    <a:pt x="14551" y="1888"/>
                    <a:pt x="13631" y="1860"/>
                  </a:cubicBezTo>
                  <a:cubicBezTo>
                    <a:pt x="12823" y="1832"/>
                    <a:pt x="12405" y="1386"/>
                    <a:pt x="12237" y="606"/>
                  </a:cubicBezTo>
                  <a:cubicBezTo>
                    <a:pt x="12138" y="169"/>
                    <a:pt x="12025" y="1"/>
                    <a:pt x="11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-458975" y="3731654"/>
              <a:ext cx="857906" cy="297308"/>
            </a:xfrm>
            <a:custGeom>
              <a:rect b="b" l="l" r="r" t="t"/>
              <a:pathLst>
                <a:path extrusionOk="0" h="6144" w="17729">
                  <a:moveTo>
                    <a:pt x="11714" y="1"/>
                  </a:moveTo>
                  <a:cubicBezTo>
                    <a:pt x="11637" y="1"/>
                    <a:pt x="11551" y="16"/>
                    <a:pt x="11457" y="48"/>
                  </a:cubicBezTo>
                  <a:cubicBezTo>
                    <a:pt x="10582" y="330"/>
                    <a:pt x="9700" y="476"/>
                    <a:pt x="8819" y="476"/>
                  </a:cubicBezTo>
                  <a:cubicBezTo>
                    <a:pt x="7958" y="476"/>
                    <a:pt x="7098" y="337"/>
                    <a:pt x="6244" y="48"/>
                  </a:cubicBezTo>
                  <a:cubicBezTo>
                    <a:pt x="6162" y="22"/>
                    <a:pt x="6088" y="10"/>
                    <a:pt x="6021" y="10"/>
                  </a:cubicBezTo>
                  <a:cubicBezTo>
                    <a:pt x="5796" y="10"/>
                    <a:pt x="5655" y="152"/>
                    <a:pt x="5547" y="410"/>
                  </a:cubicBezTo>
                  <a:cubicBezTo>
                    <a:pt x="5464" y="577"/>
                    <a:pt x="5436" y="772"/>
                    <a:pt x="5380" y="968"/>
                  </a:cubicBezTo>
                  <a:cubicBezTo>
                    <a:pt x="5185" y="1441"/>
                    <a:pt x="4878" y="1832"/>
                    <a:pt x="4349" y="1860"/>
                  </a:cubicBezTo>
                  <a:cubicBezTo>
                    <a:pt x="3345" y="1943"/>
                    <a:pt x="2314" y="1971"/>
                    <a:pt x="1255" y="1999"/>
                  </a:cubicBezTo>
                  <a:cubicBezTo>
                    <a:pt x="809" y="1999"/>
                    <a:pt x="446" y="2083"/>
                    <a:pt x="195" y="2445"/>
                  </a:cubicBezTo>
                  <a:cubicBezTo>
                    <a:pt x="0" y="2807"/>
                    <a:pt x="0" y="3198"/>
                    <a:pt x="251" y="3532"/>
                  </a:cubicBezTo>
                  <a:cubicBezTo>
                    <a:pt x="473" y="3842"/>
                    <a:pt x="747" y="3976"/>
                    <a:pt x="1088" y="3976"/>
                  </a:cubicBezTo>
                  <a:cubicBezTo>
                    <a:pt x="1176" y="3976"/>
                    <a:pt x="1269" y="3967"/>
                    <a:pt x="1366" y="3950"/>
                  </a:cubicBezTo>
                  <a:cubicBezTo>
                    <a:pt x="2230" y="3839"/>
                    <a:pt x="3122" y="3783"/>
                    <a:pt x="4014" y="3671"/>
                  </a:cubicBezTo>
                  <a:cubicBezTo>
                    <a:pt x="4101" y="3658"/>
                    <a:pt x="4184" y="3652"/>
                    <a:pt x="4263" y="3652"/>
                  </a:cubicBezTo>
                  <a:cubicBezTo>
                    <a:pt x="4843" y="3652"/>
                    <a:pt x="5218" y="4006"/>
                    <a:pt x="5464" y="4619"/>
                  </a:cubicBezTo>
                  <a:cubicBezTo>
                    <a:pt x="5742" y="5205"/>
                    <a:pt x="6244" y="5623"/>
                    <a:pt x="6857" y="5846"/>
                  </a:cubicBezTo>
                  <a:cubicBezTo>
                    <a:pt x="7485" y="6055"/>
                    <a:pt x="8121" y="6143"/>
                    <a:pt x="8766" y="6143"/>
                  </a:cubicBezTo>
                  <a:cubicBezTo>
                    <a:pt x="9240" y="6143"/>
                    <a:pt x="9719" y="6096"/>
                    <a:pt x="10203" y="6013"/>
                  </a:cubicBezTo>
                  <a:cubicBezTo>
                    <a:pt x="11262" y="5846"/>
                    <a:pt x="12014" y="5316"/>
                    <a:pt x="12433" y="4313"/>
                  </a:cubicBezTo>
                  <a:cubicBezTo>
                    <a:pt x="12564" y="3918"/>
                    <a:pt x="12894" y="3697"/>
                    <a:pt x="13306" y="3697"/>
                  </a:cubicBezTo>
                  <a:cubicBezTo>
                    <a:pt x="13331" y="3697"/>
                    <a:pt x="13355" y="3698"/>
                    <a:pt x="13380" y="3699"/>
                  </a:cubicBezTo>
                  <a:cubicBezTo>
                    <a:pt x="14384" y="3783"/>
                    <a:pt x="15415" y="3839"/>
                    <a:pt x="16419" y="3950"/>
                  </a:cubicBezTo>
                  <a:cubicBezTo>
                    <a:pt x="16510" y="3967"/>
                    <a:pt x="16599" y="3976"/>
                    <a:pt x="16686" y="3976"/>
                  </a:cubicBezTo>
                  <a:cubicBezTo>
                    <a:pt x="17019" y="3976"/>
                    <a:pt x="17306" y="3842"/>
                    <a:pt x="17506" y="3532"/>
                  </a:cubicBezTo>
                  <a:cubicBezTo>
                    <a:pt x="17729" y="3198"/>
                    <a:pt x="17729" y="2807"/>
                    <a:pt x="17506" y="2445"/>
                  </a:cubicBezTo>
                  <a:cubicBezTo>
                    <a:pt x="17227" y="2083"/>
                    <a:pt x="16865" y="1999"/>
                    <a:pt x="16419" y="1999"/>
                  </a:cubicBezTo>
                  <a:cubicBezTo>
                    <a:pt x="15332" y="1999"/>
                    <a:pt x="14300" y="1971"/>
                    <a:pt x="13241" y="1832"/>
                  </a:cubicBezTo>
                  <a:cubicBezTo>
                    <a:pt x="12572" y="1720"/>
                    <a:pt x="12377" y="1163"/>
                    <a:pt x="12237" y="577"/>
                  </a:cubicBezTo>
                  <a:cubicBezTo>
                    <a:pt x="12151" y="188"/>
                    <a:pt x="11981" y="1"/>
                    <a:pt x="117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-453604" y="4156740"/>
              <a:ext cx="852535" cy="293631"/>
            </a:xfrm>
            <a:custGeom>
              <a:rect b="b" l="l" r="r" t="t"/>
              <a:pathLst>
                <a:path extrusionOk="0" h="6068" w="17618">
                  <a:moveTo>
                    <a:pt x="11747" y="1"/>
                  </a:moveTo>
                  <a:cubicBezTo>
                    <a:pt x="11634" y="1"/>
                    <a:pt x="11494" y="26"/>
                    <a:pt x="11318" y="71"/>
                  </a:cubicBezTo>
                  <a:cubicBezTo>
                    <a:pt x="10500" y="330"/>
                    <a:pt x="9675" y="455"/>
                    <a:pt x="8850" y="455"/>
                  </a:cubicBezTo>
                  <a:cubicBezTo>
                    <a:pt x="8072" y="455"/>
                    <a:pt x="7295" y="343"/>
                    <a:pt x="6523" y="127"/>
                  </a:cubicBezTo>
                  <a:cubicBezTo>
                    <a:pt x="6273" y="53"/>
                    <a:pt x="6093" y="6"/>
                    <a:pt x="5958" y="6"/>
                  </a:cubicBezTo>
                  <a:cubicBezTo>
                    <a:pt x="5687" y="6"/>
                    <a:pt x="5594" y="192"/>
                    <a:pt x="5464" y="712"/>
                  </a:cubicBezTo>
                  <a:cubicBezTo>
                    <a:pt x="5325" y="1270"/>
                    <a:pt x="5018" y="1744"/>
                    <a:pt x="4377" y="1827"/>
                  </a:cubicBezTo>
                  <a:cubicBezTo>
                    <a:pt x="3513" y="1939"/>
                    <a:pt x="2677" y="1995"/>
                    <a:pt x="1813" y="2078"/>
                  </a:cubicBezTo>
                  <a:cubicBezTo>
                    <a:pt x="1813" y="2023"/>
                    <a:pt x="1813" y="2023"/>
                    <a:pt x="1757" y="1967"/>
                  </a:cubicBezTo>
                  <a:cubicBezTo>
                    <a:pt x="1534" y="1967"/>
                    <a:pt x="1283" y="1939"/>
                    <a:pt x="1032" y="1939"/>
                  </a:cubicBezTo>
                  <a:cubicBezTo>
                    <a:pt x="475" y="1939"/>
                    <a:pt x="1" y="2413"/>
                    <a:pt x="29" y="2942"/>
                  </a:cubicBezTo>
                  <a:cubicBezTo>
                    <a:pt x="81" y="3493"/>
                    <a:pt x="577" y="3895"/>
                    <a:pt x="1145" y="3895"/>
                  </a:cubicBezTo>
                  <a:cubicBezTo>
                    <a:pt x="1182" y="3895"/>
                    <a:pt x="1218" y="3894"/>
                    <a:pt x="1255" y="3890"/>
                  </a:cubicBezTo>
                  <a:cubicBezTo>
                    <a:pt x="2286" y="3779"/>
                    <a:pt x="3346" y="3695"/>
                    <a:pt x="4377" y="3639"/>
                  </a:cubicBezTo>
                  <a:cubicBezTo>
                    <a:pt x="4405" y="3638"/>
                    <a:pt x="4432" y="3637"/>
                    <a:pt x="4459" y="3637"/>
                  </a:cubicBezTo>
                  <a:cubicBezTo>
                    <a:pt x="4912" y="3637"/>
                    <a:pt x="5195" y="3861"/>
                    <a:pt x="5353" y="4308"/>
                  </a:cubicBezTo>
                  <a:cubicBezTo>
                    <a:pt x="5631" y="5061"/>
                    <a:pt x="6189" y="5507"/>
                    <a:pt x="6969" y="5758"/>
                  </a:cubicBezTo>
                  <a:cubicBezTo>
                    <a:pt x="7572" y="5982"/>
                    <a:pt x="8184" y="6067"/>
                    <a:pt x="8801" y="6067"/>
                  </a:cubicBezTo>
                  <a:cubicBezTo>
                    <a:pt x="9184" y="6067"/>
                    <a:pt x="9568" y="6034"/>
                    <a:pt x="9952" y="5981"/>
                  </a:cubicBezTo>
                  <a:cubicBezTo>
                    <a:pt x="11039" y="5786"/>
                    <a:pt x="11931" y="5312"/>
                    <a:pt x="12405" y="4197"/>
                  </a:cubicBezTo>
                  <a:cubicBezTo>
                    <a:pt x="12561" y="3808"/>
                    <a:pt x="12885" y="3636"/>
                    <a:pt x="13287" y="3636"/>
                  </a:cubicBezTo>
                  <a:cubicBezTo>
                    <a:pt x="13318" y="3636"/>
                    <a:pt x="13349" y="3637"/>
                    <a:pt x="13381" y="3639"/>
                  </a:cubicBezTo>
                  <a:cubicBezTo>
                    <a:pt x="14384" y="3695"/>
                    <a:pt x="15388" y="3779"/>
                    <a:pt x="16419" y="3890"/>
                  </a:cubicBezTo>
                  <a:cubicBezTo>
                    <a:pt x="16512" y="3902"/>
                    <a:pt x="16603" y="3909"/>
                    <a:pt x="16691" y="3909"/>
                  </a:cubicBezTo>
                  <a:cubicBezTo>
                    <a:pt x="17028" y="3909"/>
                    <a:pt x="17318" y="3809"/>
                    <a:pt x="17451" y="3500"/>
                  </a:cubicBezTo>
                  <a:cubicBezTo>
                    <a:pt x="17590" y="3193"/>
                    <a:pt x="17618" y="2775"/>
                    <a:pt x="17534" y="2441"/>
                  </a:cubicBezTo>
                  <a:cubicBezTo>
                    <a:pt x="17339" y="2023"/>
                    <a:pt x="16921" y="1939"/>
                    <a:pt x="16475" y="1939"/>
                  </a:cubicBezTo>
                  <a:cubicBezTo>
                    <a:pt x="16099" y="1953"/>
                    <a:pt x="15722" y="1960"/>
                    <a:pt x="15346" y="1960"/>
                  </a:cubicBezTo>
                  <a:cubicBezTo>
                    <a:pt x="14970" y="1960"/>
                    <a:pt x="14593" y="1953"/>
                    <a:pt x="14217" y="1939"/>
                  </a:cubicBezTo>
                  <a:cubicBezTo>
                    <a:pt x="12879" y="1855"/>
                    <a:pt x="12517" y="1577"/>
                    <a:pt x="12266" y="601"/>
                  </a:cubicBezTo>
                  <a:cubicBezTo>
                    <a:pt x="12165" y="176"/>
                    <a:pt x="12049" y="1"/>
                    <a:pt x="11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-453604" y="4573599"/>
              <a:ext cx="852535" cy="292760"/>
            </a:xfrm>
            <a:custGeom>
              <a:rect b="b" l="l" r="r" t="t"/>
              <a:pathLst>
                <a:path extrusionOk="0" h="6050" w="17618">
                  <a:moveTo>
                    <a:pt x="11656" y="0"/>
                  </a:moveTo>
                  <a:cubicBezTo>
                    <a:pt x="11578" y="0"/>
                    <a:pt x="11492" y="14"/>
                    <a:pt x="11402" y="42"/>
                  </a:cubicBezTo>
                  <a:cubicBezTo>
                    <a:pt x="10510" y="321"/>
                    <a:pt x="9625" y="460"/>
                    <a:pt x="8747" y="460"/>
                  </a:cubicBezTo>
                  <a:cubicBezTo>
                    <a:pt x="7868" y="460"/>
                    <a:pt x="6997" y="321"/>
                    <a:pt x="6133" y="42"/>
                  </a:cubicBezTo>
                  <a:cubicBezTo>
                    <a:pt x="6052" y="15"/>
                    <a:pt x="5980" y="2"/>
                    <a:pt x="5916" y="2"/>
                  </a:cubicBezTo>
                  <a:cubicBezTo>
                    <a:pt x="5651" y="2"/>
                    <a:pt x="5521" y="213"/>
                    <a:pt x="5408" y="460"/>
                  </a:cubicBezTo>
                  <a:cubicBezTo>
                    <a:pt x="5297" y="739"/>
                    <a:pt x="5269" y="1045"/>
                    <a:pt x="5074" y="1268"/>
                  </a:cubicBezTo>
                  <a:cubicBezTo>
                    <a:pt x="4879" y="1491"/>
                    <a:pt x="4572" y="1770"/>
                    <a:pt x="4238" y="1826"/>
                  </a:cubicBezTo>
                  <a:cubicBezTo>
                    <a:pt x="3206" y="1910"/>
                    <a:pt x="2119" y="1965"/>
                    <a:pt x="1032" y="1965"/>
                  </a:cubicBezTo>
                  <a:cubicBezTo>
                    <a:pt x="447" y="1965"/>
                    <a:pt x="1" y="2300"/>
                    <a:pt x="1" y="2885"/>
                  </a:cubicBezTo>
                  <a:cubicBezTo>
                    <a:pt x="1" y="3490"/>
                    <a:pt x="422" y="3921"/>
                    <a:pt x="962" y="3921"/>
                  </a:cubicBezTo>
                  <a:cubicBezTo>
                    <a:pt x="994" y="3921"/>
                    <a:pt x="1027" y="3920"/>
                    <a:pt x="1060" y="3917"/>
                  </a:cubicBezTo>
                  <a:cubicBezTo>
                    <a:pt x="1924" y="3805"/>
                    <a:pt x="2732" y="3666"/>
                    <a:pt x="3624" y="3638"/>
                  </a:cubicBezTo>
                  <a:cubicBezTo>
                    <a:pt x="3767" y="3629"/>
                    <a:pt x="3899" y="3622"/>
                    <a:pt x="4022" y="3622"/>
                  </a:cubicBezTo>
                  <a:cubicBezTo>
                    <a:pt x="4643" y="3622"/>
                    <a:pt x="5027" y="3780"/>
                    <a:pt x="5353" y="4502"/>
                  </a:cubicBezTo>
                  <a:cubicBezTo>
                    <a:pt x="5631" y="5171"/>
                    <a:pt x="6189" y="5645"/>
                    <a:pt x="6914" y="5812"/>
                  </a:cubicBezTo>
                  <a:cubicBezTo>
                    <a:pt x="7555" y="5982"/>
                    <a:pt x="8184" y="6050"/>
                    <a:pt x="8827" y="6050"/>
                  </a:cubicBezTo>
                  <a:cubicBezTo>
                    <a:pt x="9133" y="6050"/>
                    <a:pt x="9442" y="6034"/>
                    <a:pt x="9757" y="6007"/>
                  </a:cubicBezTo>
                  <a:cubicBezTo>
                    <a:pt x="10928" y="5896"/>
                    <a:pt x="11820" y="5394"/>
                    <a:pt x="12322" y="4279"/>
                  </a:cubicBezTo>
                  <a:cubicBezTo>
                    <a:pt x="12461" y="4000"/>
                    <a:pt x="12851" y="3666"/>
                    <a:pt x="13102" y="3666"/>
                  </a:cubicBezTo>
                  <a:cubicBezTo>
                    <a:pt x="14189" y="3666"/>
                    <a:pt x="15248" y="3777"/>
                    <a:pt x="16336" y="3917"/>
                  </a:cubicBezTo>
                  <a:cubicBezTo>
                    <a:pt x="16420" y="3929"/>
                    <a:pt x="16501" y="3935"/>
                    <a:pt x="16580" y="3935"/>
                  </a:cubicBezTo>
                  <a:cubicBezTo>
                    <a:pt x="16866" y="3935"/>
                    <a:pt x="17114" y="3845"/>
                    <a:pt x="17311" y="3582"/>
                  </a:cubicBezTo>
                  <a:cubicBezTo>
                    <a:pt x="17590" y="3248"/>
                    <a:pt x="17618" y="2829"/>
                    <a:pt x="17395" y="2439"/>
                  </a:cubicBezTo>
                  <a:cubicBezTo>
                    <a:pt x="17172" y="2133"/>
                    <a:pt x="16865" y="1993"/>
                    <a:pt x="16447" y="1993"/>
                  </a:cubicBezTo>
                  <a:cubicBezTo>
                    <a:pt x="15667" y="1993"/>
                    <a:pt x="14942" y="1965"/>
                    <a:pt x="14189" y="1965"/>
                  </a:cubicBezTo>
                  <a:cubicBezTo>
                    <a:pt x="13102" y="1965"/>
                    <a:pt x="12294" y="1603"/>
                    <a:pt x="12099" y="376"/>
                  </a:cubicBezTo>
                  <a:cubicBezTo>
                    <a:pt x="12057" y="125"/>
                    <a:pt x="11889" y="0"/>
                    <a:pt x="116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-452249" y="2910710"/>
              <a:ext cx="859116" cy="292421"/>
            </a:xfrm>
            <a:custGeom>
              <a:rect b="b" l="l" r="r" t="t"/>
              <a:pathLst>
                <a:path extrusionOk="0" h="6043" w="17754">
                  <a:moveTo>
                    <a:pt x="11678" y="1"/>
                  </a:moveTo>
                  <a:cubicBezTo>
                    <a:pt x="11535" y="1"/>
                    <a:pt x="11356" y="44"/>
                    <a:pt x="11123" y="121"/>
                  </a:cubicBezTo>
                  <a:cubicBezTo>
                    <a:pt x="10340" y="355"/>
                    <a:pt x="9565" y="466"/>
                    <a:pt x="8792" y="466"/>
                  </a:cubicBezTo>
                  <a:cubicBezTo>
                    <a:pt x="7997" y="466"/>
                    <a:pt x="7204" y="348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5"/>
                    <a:pt x="5408" y="707"/>
                  </a:cubicBezTo>
                  <a:cubicBezTo>
                    <a:pt x="5213" y="1431"/>
                    <a:pt x="4767" y="1822"/>
                    <a:pt x="4070" y="1933"/>
                  </a:cubicBezTo>
                  <a:cubicBezTo>
                    <a:pt x="3457" y="1989"/>
                    <a:pt x="2816" y="2045"/>
                    <a:pt x="2203" y="2073"/>
                  </a:cubicBezTo>
                  <a:lnTo>
                    <a:pt x="2203" y="2045"/>
                  </a:lnTo>
                  <a:lnTo>
                    <a:pt x="1004" y="2045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59"/>
                    <a:pt x="574" y="3914"/>
                    <a:pt x="1111" y="3914"/>
                  </a:cubicBezTo>
                  <a:cubicBezTo>
                    <a:pt x="1131" y="3914"/>
                    <a:pt x="1151" y="3913"/>
                    <a:pt x="1171" y="3912"/>
                  </a:cubicBezTo>
                  <a:cubicBezTo>
                    <a:pt x="2203" y="3857"/>
                    <a:pt x="3234" y="3773"/>
                    <a:pt x="4293" y="3717"/>
                  </a:cubicBezTo>
                  <a:cubicBezTo>
                    <a:pt x="4341" y="3712"/>
                    <a:pt x="4388" y="3709"/>
                    <a:pt x="4433" y="3709"/>
                  </a:cubicBezTo>
                  <a:cubicBezTo>
                    <a:pt x="4838" y="3709"/>
                    <a:pt x="5146" y="3930"/>
                    <a:pt x="5297" y="4330"/>
                  </a:cubicBezTo>
                  <a:cubicBezTo>
                    <a:pt x="5631" y="5195"/>
                    <a:pt x="6328" y="5752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30"/>
                    <a:pt x="9868" y="6003"/>
                  </a:cubicBezTo>
                  <a:cubicBezTo>
                    <a:pt x="11011" y="5891"/>
                    <a:pt x="11959" y="5390"/>
                    <a:pt x="12405" y="4219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5"/>
                    <a:pt x="15471" y="3773"/>
                    <a:pt x="16531" y="3884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8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9"/>
                  </a:cubicBezTo>
                  <a:cubicBezTo>
                    <a:pt x="16399" y="1999"/>
                    <a:pt x="16210" y="2004"/>
                    <a:pt x="16021" y="2004"/>
                  </a:cubicBezTo>
                  <a:cubicBezTo>
                    <a:pt x="15198" y="2004"/>
                    <a:pt x="14364" y="1918"/>
                    <a:pt x="13548" y="1850"/>
                  </a:cubicBezTo>
                  <a:cubicBezTo>
                    <a:pt x="12823" y="1794"/>
                    <a:pt x="12461" y="1487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-452249" y="2493995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49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30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57"/>
                    <a:pt x="574" y="3912"/>
                    <a:pt x="1111" y="3912"/>
                  </a:cubicBezTo>
                  <a:cubicBezTo>
                    <a:pt x="1131" y="3912"/>
                    <a:pt x="1151" y="3912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41" y="3710"/>
                    <a:pt x="4388" y="3707"/>
                    <a:pt x="4433" y="3707"/>
                  </a:cubicBezTo>
                  <a:cubicBezTo>
                    <a:pt x="4838" y="3707"/>
                    <a:pt x="5146" y="3928"/>
                    <a:pt x="5297" y="4329"/>
                  </a:cubicBezTo>
                  <a:cubicBezTo>
                    <a:pt x="5631" y="5193"/>
                    <a:pt x="6328" y="5751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0"/>
                    <a:pt x="16734" y="3900"/>
                  </a:cubicBezTo>
                  <a:cubicBezTo>
                    <a:pt x="17137" y="3900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-452249" y="2079120"/>
              <a:ext cx="859116" cy="292518"/>
            </a:xfrm>
            <a:custGeom>
              <a:rect b="b" l="l" r="r" t="t"/>
              <a:pathLst>
                <a:path extrusionOk="0" h="6045" w="17754">
                  <a:moveTo>
                    <a:pt x="11671" y="1"/>
                  </a:moveTo>
                  <a:cubicBezTo>
                    <a:pt x="11530" y="1"/>
                    <a:pt x="11352" y="40"/>
                    <a:pt x="11123" y="108"/>
                  </a:cubicBezTo>
                  <a:cubicBezTo>
                    <a:pt x="10340" y="356"/>
                    <a:pt x="9563" y="474"/>
                    <a:pt x="8790" y="474"/>
                  </a:cubicBezTo>
                  <a:cubicBezTo>
                    <a:pt x="7995" y="474"/>
                    <a:pt x="7204" y="349"/>
                    <a:pt x="6412" y="108"/>
                  </a:cubicBezTo>
                  <a:cubicBezTo>
                    <a:pt x="6226" y="62"/>
                    <a:pt x="6079" y="35"/>
                    <a:pt x="5960" y="35"/>
                  </a:cubicBezTo>
                  <a:cubicBezTo>
                    <a:pt x="5650" y="35"/>
                    <a:pt x="5529" y="218"/>
                    <a:pt x="5408" y="722"/>
                  </a:cubicBezTo>
                  <a:cubicBezTo>
                    <a:pt x="5213" y="1446"/>
                    <a:pt x="4767" y="1837"/>
                    <a:pt x="4070" y="1920"/>
                  </a:cubicBezTo>
                  <a:cubicBezTo>
                    <a:pt x="3457" y="2004"/>
                    <a:pt x="2816" y="2032"/>
                    <a:pt x="2203" y="2087"/>
                  </a:cubicBezTo>
                  <a:lnTo>
                    <a:pt x="2203" y="2032"/>
                  </a:lnTo>
                  <a:lnTo>
                    <a:pt x="1004" y="2032"/>
                  </a:lnTo>
                  <a:cubicBezTo>
                    <a:pt x="447" y="2060"/>
                    <a:pt x="1" y="2533"/>
                    <a:pt x="28" y="3035"/>
                  </a:cubicBezTo>
                  <a:cubicBezTo>
                    <a:pt x="55" y="3547"/>
                    <a:pt x="577" y="3929"/>
                    <a:pt x="1115" y="3929"/>
                  </a:cubicBezTo>
                  <a:cubicBezTo>
                    <a:pt x="1134" y="3929"/>
                    <a:pt x="1153" y="3928"/>
                    <a:pt x="1171" y="3927"/>
                  </a:cubicBezTo>
                  <a:cubicBezTo>
                    <a:pt x="2203" y="3844"/>
                    <a:pt x="3234" y="3788"/>
                    <a:pt x="4293" y="3704"/>
                  </a:cubicBezTo>
                  <a:cubicBezTo>
                    <a:pt x="4323" y="3702"/>
                    <a:pt x="4352" y="3702"/>
                    <a:pt x="4380" y="3702"/>
                  </a:cubicBezTo>
                  <a:cubicBezTo>
                    <a:pt x="4811" y="3702"/>
                    <a:pt x="5140" y="3901"/>
                    <a:pt x="5297" y="4345"/>
                  </a:cubicBezTo>
                  <a:cubicBezTo>
                    <a:pt x="5631" y="5209"/>
                    <a:pt x="6328" y="5767"/>
                    <a:pt x="7248" y="5906"/>
                  </a:cubicBezTo>
                  <a:cubicBezTo>
                    <a:pt x="7839" y="6002"/>
                    <a:pt x="8429" y="6045"/>
                    <a:pt x="9029" y="6045"/>
                  </a:cubicBezTo>
                  <a:cubicBezTo>
                    <a:pt x="9306" y="6045"/>
                    <a:pt x="9586" y="6035"/>
                    <a:pt x="9868" y="6018"/>
                  </a:cubicBezTo>
                  <a:cubicBezTo>
                    <a:pt x="11011" y="5906"/>
                    <a:pt x="11959" y="5377"/>
                    <a:pt x="12405" y="4234"/>
                  </a:cubicBezTo>
                  <a:cubicBezTo>
                    <a:pt x="12560" y="3845"/>
                    <a:pt x="12884" y="3673"/>
                    <a:pt x="13265" y="3673"/>
                  </a:cubicBezTo>
                  <a:cubicBezTo>
                    <a:pt x="13294" y="3673"/>
                    <a:pt x="13323" y="3674"/>
                    <a:pt x="13353" y="3676"/>
                  </a:cubicBezTo>
                  <a:cubicBezTo>
                    <a:pt x="14384" y="3732"/>
                    <a:pt x="15471" y="3788"/>
                    <a:pt x="16531" y="3871"/>
                  </a:cubicBezTo>
                  <a:cubicBezTo>
                    <a:pt x="16601" y="3883"/>
                    <a:pt x="16669" y="3889"/>
                    <a:pt x="16734" y="3889"/>
                  </a:cubicBezTo>
                  <a:cubicBezTo>
                    <a:pt x="17137" y="3889"/>
                    <a:pt x="17442" y="3674"/>
                    <a:pt x="17562" y="3314"/>
                  </a:cubicBezTo>
                  <a:cubicBezTo>
                    <a:pt x="17754" y="2766"/>
                    <a:pt x="17461" y="2003"/>
                    <a:pt x="16631" y="2003"/>
                  </a:cubicBezTo>
                  <a:cubicBezTo>
                    <a:pt x="16616" y="2003"/>
                    <a:pt x="16601" y="2003"/>
                    <a:pt x="16586" y="2004"/>
                  </a:cubicBezTo>
                  <a:cubicBezTo>
                    <a:pt x="16478" y="2007"/>
                    <a:pt x="16369" y="2008"/>
                    <a:pt x="16260" y="2008"/>
                  </a:cubicBezTo>
                  <a:cubicBezTo>
                    <a:pt x="15360" y="2008"/>
                    <a:pt x="14443" y="1914"/>
                    <a:pt x="13548" y="1864"/>
                  </a:cubicBezTo>
                  <a:cubicBezTo>
                    <a:pt x="12823" y="1781"/>
                    <a:pt x="12461" y="1474"/>
                    <a:pt x="12266" y="749"/>
                  </a:cubicBezTo>
                  <a:cubicBezTo>
                    <a:pt x="12130" y="207"/>
                    <a:pt x="11994" y="1"/>
                    <a:pt x="116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-452249" y="1663083"/>
              <a:ext cx="859116" cy="292372"/>
            </a:xfrm>
            <a:custGeom>
              <a:rect b="b" l="l" r="r" t="t"/>
              <a:pathLst>
                <a:path extrusionOk="0" h="6042" w="17754">
                  <a:moveTo>
                    <a:pt x="11678" y="0"/>
                  </a:moveTo>
                  <a:cubicBezTo>
                    <a:pt x="11535" y="0"/>
                    <a:pt x="11356" y="43"/>
                    <a:pt x="11123" y="121"/>
                  </a:cubicBezTo>
                  <a:cubicBezTo>
                    <a:pt x="10340" y="354"/>
                    <a:pt x="9565" y="466"/>
                    <a:pt x="8792" y="466"/>
                  </a:cubicBezTo>
                  <a:cubicBezTo>
                    <a:pt x="7997" y="466"/>
                    <a:pt x="7204" y="347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4"/>
                    <a:pt x="5408" y="706"/>
                  </a:cubicBezTo>
                  <a:cubicBezTo>
                    <a:pt x="5213" y="1431"/>
                    <a:pt x="4767" y="1821"/>
                    <a:pt x="4070" y="1933"/>
                  </a:cubicBezTo>
                  <a:cubicBezTo>
                    <a:pt x="3457" y="1988"/>
                    <a:pt x="2816" y="2044"/>
                    <a:pt x="2203" y="2072"/>
                  </a:cubicBezTo>
                  <a:lnTo>
                    <a:pt x="2203" y="2016"/>
                  </a:lnTo>
                  <a:lnTo>
                    <a:pt x="1004" y="2016"/>
                  </a:lnTo>
                  <a:cubicBezTo>
                    <a:pt x="447" y="2072"/>
                    <a:pt x="1" y="2518"/>
                    <a:pt x="28" y="3048"/>
                  </a:cubicBezTo>
                  <a:cubicBezTo>
                    <a:pt x="55" y="3532"/>
                    <a:pt x="577" y="3913"/>
                    <a:pt x="1115" y="3913"/>
                  </a:cubicBezTo>
                  <a:cubicBezTo>
                    <a:pt x="1134" y="3913"/>
                    <a:pt x="1152" y="3913"/>
                    <a:pt x="1171" y="3912"/>
                  </a:cubicBezTo>
                  <a:cubicBezTo>
                    <a:pt x="2203" y="3856"/>
                    <a:pt x="3234" y="3772"/>
                    <a:pt x="4293" y="3717"/>
                  </a:cubicBezTo>
                  <a:cubicBezTo>
                    <a:pt x="4341" y="3711"/>
                    <a:pt x="4388" y="3708"/>
                    <a:pt x="4433" y="3708"/>
                  </a:cubicBezTo>
                  <a:cubicBezTo>
                    <a:pt x="4838" y="3708"/>
                    <a:pt x="5146" y="3929"/>
                    <a:pt x="5297" y="4330"/>
                  </a:cubicBezTo>
                  <a:cubicBezTo>
                    <a:pt x="5631" y="5194"/>
                    <a:pt x="6328" y="5751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29"/>
                    <a:pt x="9868" y="6002"/>
                  </a:cubicBezTo>
                  <a:cubicBezTo>
                    <a:pt x="11011" y="5891"/>
                    <a:pt x="11959" y="5389"/>
                    <a:pt x="12405" y="4218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587" y="3890"/>
                    <a:pt x="16641" y="3893"/>
                    <a:pt x="16695" y="3893"/>
                  </a:cubicBezTo>
                  <a:cubicBezTo>
                    <a:pt x="17116" y="3893"/>
                    <a:pt x="17438" y="3698"/>
                    <a:pt x="17562" y="3326"/>
                  </a:cubicBezTo>
                  <a:cubicBezTo>
                    <a:pt x="17754" y="2778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8"/>
                  </a:cubicBezTo>
                  <a:cubicBezTo>
                    <a:pt x="16399" y="1999"/>
                    <a:pt x="16210" y="2003"/>
                    <a:pt x="16021" y="2003"/>
                  </a:cubicBezTo>
                  <a:cubicBezTo>
                    <a:pt x="15198" y="2003"/>
                    <a:pt x="14364" y="1917"/>
                    <a:pt x="13548" y="1849"/>
                  </a:cubicBezTo>
                  <a:cubicBezTo>
                    <a:pt x="12823" y="1793"/>
                    <a:pt x="12461" y="1459"/>
                    <a:pt x="12266" y="734"/>
                  </a:cubicBezTo>
                  <a:cubicBezTo>
                    <a:pt x="12131" y="214"/>
                    <a:pt x="11996" y="0"/>
                    <a:pt x="116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-452249" y="1247675"/>
              <a:ext cx="859116" cy="292711"/>
            </a:xfrm>
            <a:custGeom>
              <a:rect b="b" l="l" r="r" t="t"/>
              <a:pathLst>
                <a:path extrusionOk="0" h="6049" w="17754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1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9"/>
                    <a:pt x="12405" y="4246"/>
                  </a:cubicBezTo>
                  <a:cubicBezTo>
                    <a:pt x="12560" y="3857"/>
                    <a:pt x="12884" y="3685"/>
                    <a:pt x="13265" y="3685"/>
                  </a:cubicBezTo>
                  <a:cubicBezTo>
                    <a:pt x="13294" y="3685"/>
                    <a:pt x="13323" y="3686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5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3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-452249" y="832170"/>
              <a:ext cx="859116" cy="291840"/>
            </a:xfrm>
            <a:custGeom>
              <a:rect b="b" l="l" r="r" t="t"/>
              <a:pathLst>
                <a:path extrusionOk="0" h="6031" w="17754">
                  <a:moveTo>
                    <a:pt x="11678" y="1"/>
                  </a:moveTo>
                  <a:cubicBezTo>
                    <a:pt x="11535" y="1"/>
                    <a:pt x="11356" y="44"/>
                    <a:pt x="11123" y="122"/>
                  </a:cubicBezTo>
                  <a:cubicBezTo>
                    <a:pt x="10340" y="355"/>
                    <a:pt x="9565" y="467"/>
                    <a:pt x="8792" y="467"/>
                  </a:cubicBezTo>
                  <a:cubicBezTo>
                    <a:pt x="7997" y="467"/>
                    <a:pt x="7204" y="348"/>
                    <a:pt x="6412" y="122"/>
                  </a:cubicBezTo>
                  <a:cubicBezTo>
                    <a:pt x="6213" y="64"/>
                    <a:pt x="6059" y="30"/>
                    <a:pt x="5935" y="30"/>
                  </a:cubicBezTo>
                  <a:cubicBezTo>
                    <a:pt x="5643" y="30"/>
                    <a:pt x="5526" y="217"/>
                    <a:pt x="5408" y="707"/>
                  </a:cubicBezTo>
                  <a:cubicBezTo>
                    <a:pt x="5213" y="1432"/>
                    <a:pt x="4767" y="1822"/>
                    <a:pt x="4070" y="1933"/>
                  </a:cubicBezTo>
                  <a:cubicBezTo>
                    <a:pt x="3457" y="1989"/>
                    <a:pt x="2816" y="2017"/>
                    <a:pt x="2203" y="2073"/>
                  </a:cubicBezTo>
                  <a:lnTo>
                    <a:pt x="2203" y="2017"/>
                  </a:lnTo>
                  <a:lnTo>
                    <a:pt x="1004" y="2017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33"/>
                    <a:pt x="577" y="3914"/>
                    <a:pt x="1115" y="3914"/>
                  </a:cubicBezTo>
                  <a:cubicBezTo>
                    <a:pt x="1134" y="3914"/>
                    <a:pt x="1152" y="3914"/>
                    <a:pt x="1171" y="3913"/>
                  </a:cubicBezTo>
                  <a:cubicBezTo>
                    <a:pt x="2203" y="3829"/>
                    <a:pt x="3234" y="3773"/>
                    <a:pt x="4293" y="3690"/>
                  </a:cubicBezTo>
                  <a:cubicBezTo>
                    <a:pt x="4320" y="3688"/>
                    <a:pt x="4346" y="3687"/>
                    <a:pt x="4372" y="3687"/>
                  </a:cubicBezTo>
                  <a:cubicBezTo>
                    <a:pt x="4807" y="3687"/>
                    <a:pt x="5139" y="3910"/>
                    <a:pt x="5297" y="4331"/>
                  </a:cubicBezTo>
                  <a:cubicBezTo>
                    <a:pt x="5631" y="5195"/>
                    <a:pt x="6328" y="5752"/>
                    <a:pt x="7248" y="5892"/>
                  </a:cubicBezTo>
                  <a:cubicBezTo>
                    <a:pt x="7839" y="5987"/>
                    <a:pt x="8429" y="6030"/>
                    <a:pt x="9029" y="6030"/>
                  </a:cubicBezTo>
                  <a:cubicBezTo>
                    <a:pt x="9306" y="6030"/>
                    <a:pt x="9586" y="6021"/>
                    <a:pt x="9868" y="6003"/>
                  </a:cubicBezTo>
                  <a:cubicBezTo>
                    <a:pt x="11011" y="5892"/>
                    <a:pt x="11959" y="5362"/>
                    <a:pt x="12405" y="4219"/>
                  </a:cubicBezTo>
                  <a:cubicBezTo>
                    <a:pt x="12560" y="3831"/>
                    <a:pt x="12884" y="3659"/>
                    <a:pt x="13265" y="3659"/>
                  </a:cubicBezTo>
                  <a:cubicBezTo>
                    <a:pt x="13294" y="3659"/>
                    <a:pt x="13323" y="3660"/>
                    <a:pt x="13353" y="3662"/>
                  </a:cubicBezTo>
                  <a:cubicBezTo>
                    <a:pt x="14384" y="3745"/>
                    <a:pt x="15471" y="3773"/>
                    <a:pt x="16531" y="3885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9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9"/>
                    <a:pt x="16586" y="1989"/>
                  </a:cubicBezTo>
                  <a:cubicBezTo>
                    <a:pt x="16452" y="1993"/>
                    <a:pt x="16317" y="1995"/>
                    <a:pt x="16182" y="1995"/>
                  </a:cubicBezTo>
                  <a:cubicBezTo>
                    <a:pt x="15307" y="1995"/>
                    <a:pt x="14417" y="1922"/>
                    <a:pt x="13548" y="1850"/>
                  </a:cubicBezTo>
                  <a:cubicBezTo>
                    <a:pt x="12823" y="1794"/>
                    <a:pt x="12461" y="1460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-452249" y="416811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-452249" y="-1"/>
              <a:ext cx="859116" cy="292760"/>
            </a:xfrm>
            <a:custGeom>
              <a:rect b="b" l="l" r="r" t="t"/>
              <a:pathLst>
                <a:path extrusionOk="0" h="6050" w="17754">
                  <a:moveTo>
                    <a:pt x="11674" y="1"/>
                  </a:moveTo>
                  <a:cubicBezTo>
                    <a:pt x="11532" y="1"/>
                    <a:pt x="11353" y="44"/>
                    <a:pt x="11123" y="121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1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4"/>
                    <a:pt x="5408" y="706"/>
                  </a:cubicBezTo>
                  <a:cubicBezTo>
                    <a:pt x="5213" y="1459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2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2"/>
                    <a:pt x="1" y="2518"/>
                    <a:pt x="28" y="3047"/>
                  </a:cubicBezTo>
                  <a:cubicBezTo>
                    <a:pt x="55" y="3543"/>
                    <a:pt x="545" y="3917"/>
                    <a:pt x="1065" y="3917"/>
                  </a:cubicBezTo>
                  <a:cubicBezTo>
                    <a:pt x="1100" y="3917"/>
                    <a:pt x="1136" y="3915"/>
                    <a:pt x="1171" y="3912"/>
                  </a:cubicBezTo>
                  <a:cubicBezTo>
                    <a:pt x="2203" y="3856"/>
                    <a:pt x="3234" y="3772"/>
                    <a:pt x="4293" y="3716"/>
                  </a:cubicBezTo>
                  <a:cubicBezTo>
                    <a:pt x="4323" y="3715"/>
                    <a:pt x="4352" y="3714"/>
                    <a:pt x="4381" y="3714"/>
                  </a:cubicBezTo>
                  <a:cubicBezTo>
                    <a:pt x="4812" y="3714"/>
                    <a:pt x="5140" y="3911"/>
                    <a:pt x="5297" y="4330"/>
                  </a:cubicBezTo>
                  <a:cubicBezTo>
                    <a:pt x="5631" y="5222"/>
                    <a:pt x="6328" y="5779"/>
                    <a:pt x="7248" y="5919"/>
                  </a:cubicBezTo>
                  <a:cubicBezTo>
                    <a:pt x="7788" y="6006"/>
                    <a:pt x="8328" y="6049"/>
                    <a:pt x="8875" y="6049"/>
                  </a:cubicBezTo>
                  <a:cubicBezTo>
                    <a:pt x="9203" y="6049"/>
                    <a:pt x="9534" y="6034"/>
                    <a:pt x="9868" y="6002"/>
                  </a:cubicBezTo>
                  <a:cubicBezTo>
                    <a:pt x="11011" y="5919"/>
                    <a:pt x="11959" y="5389"/>
                    <a:pt x="12405" y="4246"/>
                  </a:cubicBezTo>
                  <a:cubicBezTo>
                    <a:pt x="12554" y="3875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9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6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6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7"/>
                  </a:cubicBezTo>
                  <a:cubicBezTo>
                    <a:pt x="12823" y="1793"/>
                    <a:pt x="12461" y="1486"/>
                    <a:pt x="12266" y="762"/>
                  </a:cubicBezTo>
                  <a:cubicBezTo>
                    <a:pt x="12130" y="220"/>
                    <a:pt x="11995" y="1"/>
                    <a:pt x="116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-349716" y="4932539"/>
              <a:ext cx="639184" cy="232466"/>
            </a:xfrm>
            <a:custGeom>
              <a:rect b="b" l="l" r="r" t="t"/>
              <a:pathLst>
                <a:path extrusionOk="0" h="4804" w="13209">
                  <a:moveTo>
                    <a:pt x="8759" y="0"/>
                  </a:moveTo>
                  <a:cubicBezTo>
                    <a:pt x="8709" y="0"/>
                    <a:pt x="8651" y="13"/>
                    <a:pt x="8586" y="39"/>
                  </a:cubicBezTo>
                  <a:cubicBezTo>
                    <a:pt x="7958" y="262"/>
                    <a:pt x="7317" y="366"/>
                    <a:pt x="6673" y="366"/>
                  </a:cubicBezTo>
                  <a:cubicBezTo>
                    <a:pt x="6028" y="366"/>
                    <a:pt x="5380" y="262"/>
                    <a:pt x="4739" y="67"/>
                  </a:cubicBezTo>
                  <a:cubicBezTo>
                    <a:pt x="4625" y="26"/>
                    <a:pt x="4538" y="4"/>
                    <a:pt x="4468" y="4"/>
                  </a:cubicBezTo>
                  <a:cubicBezTo>
                    <a:pt x="4298" y="4"/>
                    <a:pt x="4233" y="133"/>
                    <a:pt x="4153" y="429"/>
                  </a:cubicBezTo>
                  <a:cubicBezTo>
                    <a:pt x="3986" y="1014"/>
                    <a:pt x="3707" y="1516"/>
                    <a:pt x="3011" y="1516"/>
                  </a:cubicBezTo>
                  <a:cubicBezTo>
                    <a:pt x="2258" y="1544"/>
                    <a:pt x="1561" y="1600"/>
                    <a:pt x="836" y="1655"/>
                  </a:cubicBezTo>
                  <a:cubicBezTo>
                    <a:pt x="836" y="1572"/>
                    <a:pt x="808" y="1544"/>
                    <a:pt x="781" y="1460"/>
                  </a:cubicBezTo>
                  <a:cubicBezTo>
                    <a:pt x="558" y="1600"/>
                    <a:pt x="307" y="1711"/>
                    <a:pt x="223" y="1878"/>
                  </a:cubicBezTo>
                  <a:cubicBezTo>
                    <a:pt x="0" y="2213"/>
                    <a:pt x="0" y="2575"/>
                    <a:pt x="279" y="2826"/>
                  </a:cubicBezTo>
                  <a:cubicBezTo>
                    <a:pt x="446" y="2993"/>
                    <a:pt x="725" y="3077"/>
                    <a:pt x="948" y="3077"/>
                  </a:cubicBezTo>
                  <a:cubicBezTo>
                    <a:pt x="1673" y="3049"/>
                    <a:pt x="2369" y="2938"/>
                    <a:pt x="3094" y="2854"/>
                  </a:cubicBezTo>
                  <a:cubicBezTo>
                    <a:pt x="3119" y="2853"/>
                    <a:pt x="3144" y="2852"/>
                    <a:pt x="3168" y="2852"/>
                  </a:cubicBezTo>
                  <a:cubicBezTo>
                    <a:pt x="3624" y="2852"/>
                    <a:pt x="3883" y="3100"/>
                    <a:pt x="4042" y="3523"/>
                  </a:cubicBezTo>
                  <a:cubicBezTo>
                    <a:pt x="4265" y="3997"/>
                    <a:pt x="4572" y="4359"/>
                    <a:pt x="5073" y="4527"/>
                  </a:cubicBezTo>
                  <a:cubicBezTo>
                    <a:pt x="5569" y="4717"/>
                    <a:pt x="6077" y="4803"/>
                    <a:pt x="6598" y="4803"/>
                  </a:cubicBezTo>
                  <a:cubicBezTo>
                    <a:pt x="6840" y="4803"/>
                    <a:pt x="7084" y="4785"/>
                    <a:pt x="7331" y="4750"/>
                  </a:cubicBezTo>
                  <a:cubicBezTo>
                    <a:pt x="8223" y="4638"/>
                    <a:pt x="8892" y="4248"/>
                    <a:pt x="9255" y="3356"/>
                  </a:cubicBezTo>
                  <a:cubicBezTo>
                    <a:pt x="9384" y="3019"/>
                    <a:pt x="9586" y="2851"/>
                    <a:pt x="9904" y="2851"/>
                  </a:cubicBezTo>
                  <a:cubicBezTo>
                    <a:pt x="9928" y="2851"/>
                    <a:pt x="9954" y="2852"/>
                    <a:pt x="9979" y="2854"/>
                  </a:cubicBezTo>
                  <a:cubicBezTo>
                    <a:pt x="10732" y="2938"/>
                    <a:pt x="11513" y="3049"/>
                    <a:pt x="12265" y="3105"/>
                  </a:cubicBezTo>
                  <a:cubicBezTo>
                    <a:pt x="12280" y="3106"/>
                    <a:pt x="12295" y="3106"/>
                    <a:pt x="12310" y="3106"/>
                  </a:cubicBezTo>
                  <a:cubicBezTo>
                    <a:pt x="12793" y="3106"/>
                    <a:pt x="13209" y="2670"/>
                    <a:pt x="13074" y="2129"/>
                  </a:cubicBezTo>
                  <a:cubicBezTo>
                    <a:pt x="12934" y="1683"/>
                    <a:pt x="12655" y="1572"/>
                    <a:pt x="12182" y="1572"/>
                  </a:cubicBezTo>
                  <a:cubicBezTo>
                    <a:pt x="11429" y="1572"/>
                    <a:pt x="10676" y="1572"/>
                    <a:pt x="9952" y="1460"/>
                  </a:cubicBezTo>
                  <a:cubicBezTo>
                    <a:pt x="9366" y="1405"/>
                    <a:pt x="9171" y="875"/>
                    <a:pt x="9060" y="345"/>
                  </a:cubicBezTo>
                  <a:cubicBezTo>
                    <a:pt x="9017" y="132"/>
                    <a:pt x="8925" y="0"/>
                    <a:pt x="8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" name="Google Shape;75;p15"/>
          <p:cNvGrpSpPr/>
          <p:nvPr/>
        </p:nvGrpSpPr>
        <p:grpSpPr>
          <a:xfrm>
            <a:off x="713232" y="-773066"/>
            <a:ext cx="1546086" cy="1546118"/>
            <a:chOff x="7339425" y="1867300"/>
            <a:chExt cx="1188200" cy="1188225"/>
          </a:xfrm>
        </p:grpSpPr>
        <p:sp>
          <p:nvSpPr>
            <p:cNvPr id="76" name="Google Shape;76;p15"/>
            <p:cNvSpPr/>
            <p:nvPr/>
          </p:nvSpPr>
          <p:spPr>
            <a:xfrm>
              <a:off x="7339425" y="1867300"/>
              <a:ext cx="1188200" cy="1188225"/>
            </a:xfrm>
            <a:custGeom>
              <a:rect b="b" l="l" r="r" t="t"/>
              <a:pathLst>
                <a:path extrusionOk="0" h="47529" w="47528">
                  <a:moveTo>
                    <a:pt x="23778" y="1"/>
                  </a:moveTo>
                  <a:cubicBezTo>
                    <a:pt x="10649" y="1"/>
                    <a:pt x="0" y="10621"/>
                    <a:pt x="0" y="23751"/>
                  </a:cubicBezTo>
                  <a:cubicBezTo>
                    <a:pt x="0" y="36880"/>
                    <a:pt x="10649" y="47528"/>
                    <a:pt x="23778" y="47528"/>
                  </a:cubicBezTo>
                  <a:cubicBezTo>
                    <a:pt x="36907" y="47528"/>
                    <a:pt x="47528" y="36880"/>
                    <a:pt x="47528" y="23751"/>
                  </a:cubicBezTo>
                  <a:cubicBezTo>
                    <a:pt x="47528" y="10621"/>
                    <a:pt x="36907" y="1"/>
                    <a:pt x="23778" y="1"/>
                  </a:cubicBezTo>
                  <a:close/>
                </a:path>
              </a:pathLst>
            </a:custGeom>
            <a:solidFill>
              <a:srgbClr val="5785A8">
                <a:alpha val="1843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7519225" y="2046400"/>
              <a:ext cx="829300" cy="829325"/>
            </a:xfrm>
            <a:custGeom>
              <a:rect b="b" l="l" r="r" t="t"/>
              <a:pathLst>
                <a:path extrusionOk="0" h="33173" w="33172">
                  <a:moveTo>
                    <a:pt x="16586" y="1"/>
                  </a:moveTo>
                  <a:cubicBezTo>
                    <a:pt x="7415" y="1"/>
                    <a:pt x="0" y="7444"/>
                    <a:pt x="0" y="16587"/>
                  </a:cubicBezTo>
                  <a:cubicBezTo>
                    <a:pt x="0" y="25758"/>
                    <a:pt x="7415" y="33172"/>
                    <a:pt x="16586" y="33172"/>
                  </a:cubicBezTo>
                  <a:cubicBezTo>
                    <a:pt x="25729" y="33172"/>
                    <a:pt x="33172" y="25758"/>
                    <a:pt x="33172" y="16587"/>
                  </a:cubicBezTo>
                  <a:cubicBezTo>
                    <a:pt x="33172" y="7444"/>
                    <a:pt x="25729" y="1"/>
                    <a:pt x="16586" y="1"/>
                  </a:cubicBezTo>
                  <a:close/>
                </a:path>
              </a:pathLst>
            </a:custGeom>
            <a:solidFill>
              <a:srgbClr val="5785A8">
                <a:alpha val="345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7670450" y="2198325"/>
              <a:ext cx="526150" cy="526175"/>
            </a:xfrm>
            <a:custGeom>
              <a:rect b="b" l="l" r="r" t="t"/>
              <a:pathLst>
                <a:path extrusionOk="0" h="21047" w="21046">
                  <a:moveTo>
                    <a:pt x="10537" y="1"/>
                  </a:moveTo>
                  <a:cubicBezTo>
                    <a:pt x="4711" y="1"/>
                    <a:pt x="0" y="4712"/>
                    <a:pt x="0" y="10510"/>
                  </a:cubicBezTo>
                  <a:cubicBezTo>
                    <a:pt x="0" y="16336"/>
                    <a:pt x="4711" y="21047"/>
                    <a:pt x="10537" y="21047"/>
                  </a:cubicBezTo>
                  <a:cubicBezTo>
                    <a:pt x="16335" y="21047"/>
                    <a:pt x="21046" y="16336"/>
                    <a:pt x="21046" y="10510"/>
                  </a:cubicBezTo>
                  <a:cubicBezTo>
                    <a:pt x="21046" y="4712"/>
                    <a:pt x="16335" y="1"/>
                    <a:pt x="105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79;p15"/>
          <p:cNvGrpSpPr/>
          <p:nvPr/>
        </p:nvGrpSpPr>
        <p:grpSpPr>
          <a:xfrm>
            <a:off x="3798957" y="4370436"/>
            <a:ext cx="1546086" cy="1546118"/>
            <a:chOff x="7339425" y="1867300"/>
            <a:chExt cx="1188200" cy="1188225"/>
          </a:xfrm>
        </p:grpSpPr>
        <p:sp>
          <p:nvSpPr>
            <p:cNvPr id="80" name="Google Shape;80;p15"/>
            <p:cNvSpPr/>
            <p:nvPr/>
          </p:nvSpPr>
          <p:spPr>
            <a:xfrm>
              <a:off x="7339425" y="1867300"/>
              <a:ext cx="1188200" cy="1188225"/>
            </a:xfrm>
            <a:custGeom>
              <a:rect b="b" l="l" r="r" t="t"/>
              <a:pathLst>
                <a:path extrusionOk="0" h="47529" w="47528">
                  <a:moveTo>
                    <a:pt x="23778" y="1"/>
                  </a:moveTo>
                  <a:cubicBezTo>
                    <a:pt x="10649" y="1"/>
                    <a:pt x="0" y="10621"/>
                    <a:pt x="0" y="23751"/>
                  </a:cubicBezTo>
                  <a:cubicBezTo>
                    <a:pt x="0" y="36880"/>
                    <a:pt x="10649" y="47528"/>
                    <a:pt x="23778" y="47528"/>
                  </a:cubicBezTo>
                  <a:cubicBezTo>
                    <a:pt x="36907" y="47528"/>
                    <a:pt x="47528" y="36880"/>
                    <a:pt x="47528" y="23751"/>
                  </a:cubicBezTo>
                  <a:cubicBezTo>
                    <a:pt x="47528" y="10621"/>
                    <a:pt x="36907" y="1"/>
                    <a:pt x="23778" y="1"/>
                  </a:cubicBezTo>
                  <a:close/>
                </a:path>
              </a:pathLst>
            </a:custGeom>
            <a:solidFill>
              <a:srgbClr val="5785A8">
                <a:alpha val="1843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7519225" y="2046400"/>
              <a:ext cx="829300" cy="829325"/>
            </a:xfrm>
            <a:custGeom>
              <a:rect b="b" l="l" r="r" t="t"/>
              <a:pathLst>
                <a:path extrusionOk="0" h="33173" w="33172">
                  <a:moveTo>
                    <a:pt x="16586" y="1"/>
                  </a:moveTo>
                  <a:cubicBezTo>
                    <a:pt x="7415" y="1"/>
                    <a:pt x="0" y="7444"/>
                    <a:pt x="0" y="16587"/>
                  </a:cubicBezTo>
                  <a:cubicBezTo>
                    <a:pt x="0" y="25758"/>
                    <a:pt x="7415" y="33172"/>
                    <a:pt x="16586" y="33172"/>
                  </a:cubicBezTo>
                  <a:cubicBezTo>
                    <a:pt x="25729" y="33172"/>
                    <a:pt x="33172" y="25758"/>
                    <a:pt x="33172" y="16587"/>
                  </a:cubicBezTo>
                  <a:cubicBezTo>
                    <a:pt x="33172" y="7444"/>
                    <a:pt x="25729" y="1"/>
                    <a:pt x="16586" y="1"/>
                  </a:cubicBezTo>
                  <a:close/>
                </a:path>
              </a:pathLst>
            </a:custGeom>
            <a:solidFill>
              <a:srgbClr val="5785A8">
                <a:alpha val="345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7670450" y="2198325"/>
              <a:ext cx="526150" cy="526175"/>
            </a:xfrm>
            <a:custGeom>
              <a:rect b="b" l="l" r="r" t="t"/>
              <a:pathLst>
                <a:path extrusionOk="0" h="21047" w="21046">
                  <a:moveTo>
                    <a:pt x="10537" y="1"/>
                  </a:moveTo>
                  <a:cubicBezTo>
                    <a:pt x="4711" y="1"/>
                    <a:pt x="0" y="4712"/>
                    <a:pt x="0" y="10510"/>
                  </a:cubicBezTo>
                  <a:cubicBezTo>
                    <a:pt x="0" y="16336"/>
                    <a:pt x="4711" y="21047"/>
                    <a:pt x="10537" y="21047"/>
                  </a:cubicBezTo>
                  <a:cubicBezTo>
                    <a:pt x="16335" y="21047"/>
                    <a:pt x="21046" y="16336"/>
                    <a:pt x="21046" y="10510"/>
                  </a:cubicBezTo>
                  <a:cubicBezTo>
                    <a:pt x="21046" y="4712"/>
                    <a:pt x="16335" y="1"/>
                    <a:pt x="105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720000" y="1512938"/>
            <a:ext cx="3740100" cy="223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" type="subTitle"/>
          </p:nvPr>
        </p:nvSpPr>
        <p:spPr>
          <a:xfrm>
            <a:off x="720000" y="3599663"/>
            <a:ext cx="37401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/>
          <p:nvPr>
            <p:ph idx="2" type="pic"/>
          </p:nvPr>
        </p:nvSpPr>
        <p:spPr>
          <a:xfrm>
            <a:off x="4688825" y="539500"/>
            <a:ext cx="3686700" cy="40692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87" name="Google Shape;87;p16"/>
          <p:cNvGrpSpPr/>
          <p:nvPr/>
        </p:nvGrpSpPr>
        <p:grpSpPr>
          <a:xfrm>
            <a:off x="-454483" y="-10753"/>
            <a:ext cx="865842" cy="5165006"/>
            <a:chOff x="-458975" y="-1"/>
            <a:chExt cx="865842" cy="5165006"/>
          </a:xfrm>
        </p:grpSpPr>
        <p:sp>
          <p:nvSpPr>
            <p:cNvPr id="88" name="Google Shape;88;p16"/>
            <p:cNvSpPr/>
            <p:nvPr/>
          </p:nvSpPr>
          <p:spPr>
            <a:xfrm>
              <a:off x="-458975" y="3326988"/>
              <a:ext cx="855245" cy="295131"/>
            </a:xfrm>
            <a:custGeom>
              <a:rect b="b" l="l" r="r" t="t"/>
              <a:pathLst>
                <a:path extrusionOk="0" h="6099" w="17674">
                  <a:moveTo>
                    <a:pt x="11736" y="1"/>
                  </a:moveTo>
                  <a:cubicBezTo>
                    <a:pt x="11619" y="1"/>
                    <a:pt x="11474" y="28"/>
                    <a:pt x="11290" y="76"/>
                  </a:cubicBezTo>
                  <a:cubicBezTo>
                    <a:pt x="10457" y="334"/>
                    <a:pt x="9633" y="460"/>
                    <a:pt x="8808" y="460"/>
                  </a:cubicBezTo>
                  <a:cubicBezTo>
                    <a:pt x="8030" y="460"/>
                    <a:pt x="7252" y="348"/>
                    <a:pt x="6467" y="132"/>
                  </a:cubicBezTo>
                  <a:cubicBezTo>
                    <a:pt x="6226" y="57"/>
                    <a:pt x="6052" y="11"/>
                    <a:pt x="5921" y="11"/>
                  </a:cubicBezTo>
                  <a:cubicBezTo>
                    <a:pt x="5659" y="11"/>
                    <a:pt x="5566" y="197"/>
                    <a:pt x="5436" y="717"/>
                  </a:cubicBezTo>
                  <a:cubicBezTo>
                    <a:pt x="5296" y="1275"/>
                    <a:pt x="5046" y="1749"/>
                    <a:pt x="4460" y="1832"/>
                  </a:cubicBezTo>
                  <a:cubicBezTo>
                    <a:pt x="3401" y="1944"/>
                    <a:pt x="2342" y="1972"/>
                    <a:pt x="1282" y="1972"/>
                  </a:cubicBezTo>
                  <a:cubicBezTo>
                    <a:pt x="864" y="1972"/>
                    <a:pt x="474" y="2027"/>
                    <a:pt x="251" y="2390"/>
                  </a:cubicBezTo>
                  <a:cubicBezTo>
                    <a:pt x="0" y="2724"/>
                    <a:pt x="0" y="3142"/>
                    <a:pt x="251" y="3505"/>
                  </a:cubicBezTo>
                  <a:cubicBezTo>
                    <a:pt x="452" y="3807"/>
                    <a:pt x="767" y="3927"/>
                    <a:pt x="1155" y="3927"/>
                  </a:cubicBezTo>
                  <a:cubicBezTo>
                    <a:pt x="1197" y="3927"/>
                    <a:pt x="1239" y="3926"/>
                    <a:pt x="1282" y="3923"/>
                  </a:cubicBezTo>
                  <a:cubicBezTo>
                    <a:pt x="2258" y="3811"/>
                    <a:pt x="3234" y="3728"/>
                    <a:pt x="4209" y="3672"/>
                  </a:cubicBezTo>
                  <a:cubicBezTo>
                    <a:pt x="4239" y="3671"/>
                    <a:pt x="4267" y="3670"/>
                    <a:pt x="4295" y="3670"/>
                  </a:cubicBezTo>
                  <a:cubicBezTo>
                    <a:pt x="4881" y="3670"/>
                    <a:pt x="5195" y="3946"/>
                    <a:pt x="5408" y="4425"/>
                  </a:cubicBezTo>
                  <a:cubicBezTo>
                    <a:pt x="5715" y="5094"/>
                    <a:pt x="6244" y="5567"/>
                    <a:pt x="6941" y="5790"/>
                  </a:cubicBezTo>
                  <a:cubicBezTo>
                    <a:pt x="7576" y="6002"/>
                    <a:pt x="8227" y="6099"/>
                    <a:pt x="8880" y="6099"/>
                  </a:cubicBezTo>
                  <a:cubicBezTo>
                    <a:pt x="9433" y="6099"/>
                    <a:pt x="9988" y="6030"/>
                    <a:pt x="10537" y="5902"/>
                  </a:cubicBezTo>
                  <a:cubicBezTo>
                    <a:pt x="11290" y="5735"/>
                    <a:pt x="11959" y="5317"/>
                    <a:pt x="12265" y="4536"/>
                  </a:cubicBezTo>
                  <a:cubicBezTo>
                    <a:pt x="12516" y="3960"/>
                    <a:pt x="12879" y="3631"/>
                    <a:pt x="13456" y="3631"/>
                  </a:cubicBezTo>
                  <a:cubicBezTo>
                    <a:pt x="13521" y="3631"/>
                    <a:pt x="13588" y="3636"/>
                    <a:pt x="13659" y="3644"/>
                  </a:cubicBezTo>
                  <a:cubicBezTo>
                    <a:pt x="14607" y="3700"/>
                    <a:pt x="15555" y="3811"/>
                    <a:pt x="16419" y="3895"/>
                  </a:cubicBezTo>
                  <a:cubicBezTo>
                    <a:pt x="16455" y="3897"/>
                    <a:pt x="16491" y="3898"/>
                    <a:pt x="16527" y="3898"/>
                  </a:cubicBezTo>
                  <a:cubicBezTo>
                    <a:pt x="16923" y="3898"/>
                    <a:pt x="17245" y="3754"/>
                    <a:pt x="17450" y="3421"/>
                  </a:cubicBezTo>
                  <a:cubicBezTo>
                    <a:pt x="17673" y="3087"/>
                    <a:pt x="17673" y="2696"/>
                    <a:pt x="17422" y="2362"/>
                  </a:cubicBezTo>
                  <a:cubicBezTo>
                    <a:pt x="17171" y="2027"/>
                    <a:pt x="16837" y="1944"/>
                    <a:pt x="16419" y="1944"/>
                  </a:cubicBezTo>
                  <a:cubicBezTo>
                    <a:pt x="15499" y="1944"/>
                    <a:pt x="14551" y="1888"/>
                    <a:pt x="13631" y="1860"/>
                  </a:cubicBezTo>
                  <a:cubicBezTo>
                    <a:pt x="12823" y="1832"/>
                    <a:pt x="12405" y="1386"/>
                    <a:pt x="12237" y="606"/>
                  </a:cubicBezTo>
                  <a:cubicBezTo>
                    <a:pt x="12138" y="169"/>
                    <a:pt x="12025" y="1"/>
                    <a:pt x="11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6"/>
            <p:cNvSpPr/>
            <p:nvPr/>
          </p:nvSpPr>
          <p:spPr>
            <a:xfrm>
              <a:off x="-458975" y="3731654"/>
              <a:ext cx="857906" cy="297308"/>
            </a:xfrm>
            <a:custGeom>
              <a:rect b="b" l="l" r="r" t="t"/>
              <a:pathLst>
                <a:path extrusionOk="0" h="6144" w="17729">
                  <a:moveTo>
                    <a:pt x="11714" y="1"/>
                  </a:moveTo>
                  <a:cubicBezTo>
                    <a:pt x="11637" y="1"/>
                    <a:pt x="11551" y="16"/>
                    <a:pt x="11457" y="48"/>
                  </a:cubicBezTo>
                  <a:cubicBezTo>
                    <a:pt x="10582" y="330"/>
                    <a:pt x="9700" y="476"/>
                    <a:pt x="8819" y="476"/>
                  </a:cubicBezTo>
                  <a:cubicBezTo>
                    <a:pt x="7958" y="476"/>
                    <a:pt x="7098" y="337"/>
                    <a:pt x="6244" y="48"/>
                  </a:cubicBezTo>
                  <a:cubicBezTo>
                    <a:pt x="6162" y="22"/>
                    <a:pt x="6088" y="10"/>
                    <a:pt x="6021" y="10"/>
                  </a:cubicBezTo>
                  <a:cubicBezTo>
                    <a:pt x="5796" y="10"/>
                    <a:pt x="5655" y="152"/>
                    <a:pt x="5547" y="410"/>
                  </a:cubicBezTo>
                  <a:cubicBezTo>
                    <a:pt x="5464" y="577"/>
                    <a:pt x="5436" y="772"/>
                    <a:pt x="5380" y="968"/>
                  </a:cubicBezTo>
                  <a:cubicBezTo>
                    <a:pt x="5185" y="1441"/>
                    <a:pt x="4878" y="1832"/>
                    <a:pt x="4349" y="1860"/>
                  </a:cubicBezTo>
                  <a:cubicBezTo>
                    <a:pt x="3345" y="1943"/>
                    <a:pt x="2314" y="1971"/>
                    <a:pt x="1255" y="1999"/>
                  </a:cubicBezTo>
                  <a:cubicBezTo>
                    <a:pt x="809" y="1999"/>
                    <a:pt x="446" y="2083"/>
                    <a:pt x="195" y="2445"/>
                  </a:cubicBezTo>
                  <a:cubicBezTo>
                    <a:pt x="0" y="2807"/>
                    <a:pt x="0" y="3198"/>
                    <a:pt x="251" y="3532"/>
                  </a:cubicBezTo>
                  <a:cubicBezTo>
                    <a:pt x="473" y="3842"/>
                    <a:pt x="747" y="3976"/>
                    <a:pt x="1088" y="3976"/>
                  </a:cubicBezTo>
                  <a:cubicBezTo>
                    <a:pt x="1176" y="3976"/>
                    <a:pt x="1269" y="3967"/>
                    <a:pt x="1366" y="3950"/>
                  </a:cubicBezTo>
                  <a:cubicBezTo>
                    <a:pt x="2230" y="3839"/>
                    <a:pt x="3122" y="3783"/>
                    <a:pt x="4014" y="3671"/>
                  </a:cubicBezTo>
                  <a:cubicBezTo>
                    <a:pt x="4101" y="3658"/>
                    <a:pt x="4184" y="3652"/>
                    <a:pt x="4263" y="3652"/>
                  </a:cubicBezTo>
                  <a:cubicBezTo>
                    <a:pt x="4843" y="3652"/>
                    <a:pt x="5218" y="4006"/>
                    <a:pt x="5464" y="4619"/>
                  </a:cubicBezTo>
                  <a:cubicBezTo>
                    <a:pt x="5742" y="5205"/>
                    <a:pt x="6244" y="5623"/>
                    <a:pt x="6857" y="5846"/>
                  </a:cubicBezTo>
                  <a:cubicBezTo>
                    <a:pt x="7485" y="6055"/>
                    <a:pt x="8121" y="6143"/>
                    <a:pt x="8766" y="6143"/>
                  </a:cubicBezTo>
                  <a:cubicBezTo>
                    <a:pt x="9240" y="6143"/>
                    <a:pt x="9719" y="6096"/>
                    <a:pt x="10203" y="6013"/>
                  </a:cubicBezTo>
                  <a:cubicBezTo>
                    <a:pt x="11262" y="5846"/>
                    <a:pt x="12014" y="5316"/>
                    <a:pt x="12433" y="4313"/>
                  </a:cubicBezTo>
                  <a:cubicBezTo>
                    <a:pt x="12564" y="3918"/>
                    <a:pt x="12894" y="3697"/>
                    <a:pt x="13306" y="3697"/>
                  </a:cubicBezTo>
                  <a:cubicBezTo>
                    <a:pt x="13331" y="3697"/>
                    <a:pt x="13355" y="3698"/>
                    <a:pt x="13380" y="3699"/>
                  </a:cubicBezTo>
                  <a:cubicBezTo>
                    <a:pt x="14384" y="3783"/>
                    <a:pt x="15415" y="3839"/>
                    <a:pt x="16419" y="3950"/>
                  </a:cubicBezTo>
                  <a:cubicBezTo>
                    <a:pt x="16510" y="3967"/>
                    <a:pt x="16599" y="3976"/>
                    <a:pt x="16686" y="3976"/>
                  </a:cubicBezTo>
                  <a:cubicBezTo>
                    <a:pt x="17019" y="3976"/>
                    <a:pt x="17306" y="3842"/>
                    <a:pt x="17506" y="3532"/>
                  </a:cubicBezTo>
                  <a:cubicBezTo>
                    <a:pt x="17729" y="3198"/>
                    <a:pt x="17729" y="2807"/>
                    <a:pt x="17506" y="2445"/>
                  </a:cubicBezTo>
                  <a:cubicBezTo>
                    <a:pt x="17227" y="2083"/>
                    <a:pt x="16865" y="1999"/>
                    <a:pt x="16419" y="1999"/>
                  </a:cubicBezTo>
                  <a:cubicBezTo>
                    <a:pt x="15332" y="1999"/>
                    <a:pt x="14300" y="1971"/>
                    <a:pt x="13241" y="1832"/>
                  </a:cubicBezTo>
                  <a:cubicBezTo>
                    <a:pt x="12572" y="1720"/>
                    <a:pt x="12377" y="1163"/>
                    <a:pt x="12237" y="577"/>
                  </a:cubicBezTo>
                  <a:cubicBezTo>
                    <a:pt x="12151" y="188"/>
                    <a:pt x="11981" y="1"/>
                    <a:pt x="117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6"/>
            <p:cNvSpPr/>
            <p:nvPr/>
          </p:nvSpPr>
          <p:spPr>
            <a:xfrm>
              <a:off x="-453604" y="4156740"/>
              <a:ext cx="852535" cy="293631"/>
            </a:xfrm>
            <a:custGeom>
              <a:rect b="b" l="l" r="r" t="t"/>
              <a:pathLst>
                <a:path extrusionOk="0" h="6068" w="17618">
                  <a:moveTo>
                    <a:pt x="11747" y="1"/>
                  </a:moveTo>
                  <a:cubicBezTo>
                    <a:pt x="11634" y="1"/>
                    <a:pt x="11494" y="26"/>
                    <a:pt x="11318" y="71"/>
                  </a:cubicBezTo>
                  <a:cubicBezTo>
                    <a:pt x="10500" y="330"/>
                    <a:pt x="9675" y="455"/>
                    <a:pt x="8850" y="455"/>
                  </a:cubicBezTo>
                  <a:cubicBezTo>
                    <a:pt x="8072" y="455"/>
                    <a:pt x="7295" y="343"/>
                    <a:pt x="6523" y="127"/>
                  </a:cubicBezTo>
                  <a:cubicBezTo>
                    <a:pt x="6273" y="53"/>
                    <a:pt x="6093" y="6"/>
                    <a:pt x="5958" y="6"/>
                  </a:cubicBezTo>
                  <a:cubicBezTo>
                    <a:pt x="5687" y="6"/>
                    <a:pt x="5594" y="192"/>
                    <a:pt x="5464" y="712"/>
                  </a:cubicBezTo>
                  <a:cubicBezTo>
                    <a:pt x="5325" y="1270"/>
                    <a:pt x="5018" y="1744"/>
                    <a:pt x="4377" y="1827"/>
                  </a:cubicBezTo>
                  <a:cubicBezTo>
                    <a:pt x="3513" y="1939"/>
                    <a:pt x="2677" y="1995"/>
                    <a:pt x="1813" y="2078"/>
                  </a:cubicBezTo>
                  <a:cubicBezTo>
                    <a:pt x="1813" y="2023"/>
                    <a:pt x="1813" y="2023"/>
                    <a:pt x="1757" y="1967"/>
                  </a:cubicBezTo>
                  <a:cubicBezTo>
                    <a:pt x="1534" y="1967"/>
                    <a:pt x="1283" y="1939"/>
                    <a:pt x="1032" y="1939"/>
                  </a:cubicBezTo>
                  <a:cubicBezTo>
                    <a:pt x="475" y="1939"/>
                    <a:pt x="1" y="2413"/>
                    <a:pt x="29" y="2942"/>
                  </a:cubicBezTo>
                  <a:cubicBezTo>
                    <a:pt x="81" y="3493"/>
                    <a:pt x="577" y="3895"/>
                    <a:pt x="1145" y="3895"/>
                  </a:cubicBezTo>
                  <a:cubicBezTo>
                    <a:pt x="1182" y="3895"/>
                    <a:pt x="1218" y="3894"/>
                    <a:pt x="1255" y="3890"/>
                  </a:cubicBezTo>
                  <a:cubicBezTo>
                    <a:pt x="2286" y="3779"/>
                    <a:pt x="3346" y="3695"/>
                    <a:pt x="4377" y="3639"/>
                  </a:cubicBezTo>
                  <a:cubicBezTo>
                    <a:pt x="4405" y="3638"/>
                    <a:pt x="4432" y="3637"/>
                    <a:pt x="4459" y="3637"/>
                  </a:cubicBezTo>
                  <a:cubicBezTo>
                    <a:pt x="4912" y="3637"/>
                    <a:pt x="5195" y="3861"/>
                    <a:pt x="5353" y="4308"/>
                  </a:cubicBezTo>
                  <a:cubicBezTo>
                    <a:pt x="5631" y="5061"/>
                    <a:pt x="6189" y="5507"/>
                    <a:pt x="6969" y="5758"/>
                  </a:cubicBezTo>
                  <a:cubicBezTo>
                    <a:pt x="7572" y="5982"/>
                    <a:pt x="8184" y="6067"/>
                    <a:pt x="8801" y="6067"/>
                  </a:cubicBezTo>
                  <a:cubicBezTo>
                    <a:pt x="9184" y="6067"/>
                    <a:pt x="9568" y="6034"/>
                    <a:pt x="9952" y="5981"/>
                  </a:cubicBezTo>
                  <a:cubicBezTo>
                    <a:pt x="11039" y="5786"/>
                    <a:pt x="11931" y="5312"/>
                    <a:pt x="12405" y="4197"/>
                  </a:cubicBezTo>
                  <a:cubicBezTo>
                    <a:pt x="12561" y="3808"/>
                    <a:pt x="12885" y="3636"/>
                    <a:pt x="13287" y="3636"/>
                  </a:cubicBezTo>
                  <a:cubicBezTo>
                    <a:pt x="13318" y="3636"/>
                    <a:pt x="13349" y="3637"/>
                    <a:pt x="13381" y="3639"/>
                  </a:cubicBezTo>
                  <a:cubicBezTo>
                    <a:pt x="14384" y="3695"/>
                    <a:pt x="15388" y="3779"/>
                    <a:pt x="16419" y="3890"/>
                  </a:cubicBezTo>
                  <a:cubicBezTo>
                    <a:pt x="16512" y="3902"/>
                    <a:pt x="16603" y="3909"/>
                    <a:pt x="16691" y="3909"/>
                  </a:cubicBezTo>
                  <a:cubicBezTo>
                    <a:pt x="17028" y="3909"/>
                    <a:pt x="17318" y="3809"/>
                    <a:pt x="17451" y="3500"/>
                  </a:cubicBezTo>
                  <a:cubicBezTo>
                    <a:pt x="17590" y="3193"/>
                    <a:pt x="17618" y="2775"/>
                    <a:pt x="17534" y="2441"/>
                  </a:cubicBezTo>
                  <a:cubicBezTo>
                    <a:pt x="17339" y="2023"/>
                    <a:pt x="16921" y="1939"/>
                    <a:pt x="16475" y="1939"/>
                  </a:cubicBezTo>
                  <a:cubicBezTo>
                    <a:pt x="16099" y="1953"/>
                    <a:pt x="15722" y="1960"/>
                    <a:pt x="15346" y="1960"/>
                  </a:cubicBezTo>
                  <a:cubicBezTo>
                    <a:pt x="14970" y="1960"/>
                    <a:pt x="14593" y="1953"/>
                    <a:pt x="14217" y="1939"/>
                  </a:cubicBezTo>
                  <a:cubicBezTo>
                    <a:pt x="12879" y="1855"/>
                    <a:pt x="12517" y="1577"/>
                    <a:pt x="12266" y="601"/>
                  </a:cubicBezTo>
                  <a:cubicBezTo>
                    <a:pt x="12165" y="176"/>
                    <a:pt x="12049" y="1"/>
                    <a:pt x="11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6"/>
            <p:cNvSpPr/>
            <p:nvPr/>
          </p:nvSpPr>
          <p:spPr>
            <a:xfrm>
              <a:off x="-453604" y="4573599"/>
              <a:ext cx="852535" cy="292760"/>
            </a:xfrm>
            <a:custGeom>
              <a:rect b="b" l="l" r="r" t="t"/>
              <a:pathLst>
                <a:path extrusionOk="0" h="6050" w="17618">
                  <a:moveTo>
                    <a:pt x="11656" y="0"/>
                  </a:moveTo>
                  <a:cubicBezTo>
                    <a:pt x="11578" y="0"/>
                    <a:pt x="11492" y="14"/>
                    <a:pt x="11402" y="42"/>
                  </a:cubicBezTo>
                  <a:cubicBezTo>
                    <a:pt x="10510" y="321"/>
                    <a:pt x="9625" y="460"/>
                    <a:pt x="8747" y="460"/>
                  </a:cubicBezTo>
                  <a:cubicBezTo>
                    <a:pt x="7868" y="460"/>
                    <a:pt x="6997" y="321"/>
                    <a:pt x="6133" y="42"/>
                  </a:cubicBezTo>
                  <a:cubicBezTo>
                    <a:pt x="6052" y="15"/>
                    <a:pt x="5980" y="2"/>
                    <a:pt x="5916" y="2"/>
                  </a:cubicBezTo>
                  <a:cubicBezTo>
                    <a:pt x="5651" y="2"/>
                    <a:pt x="5521" y="213"/>
                    <a:pt x="5408" y="460"/>
                  </a:cubicBezTo>
                  <a:cubicBezTo>
                    <a:pt x="5297" y="739"/>
                    <a:pt x="5269" y="1045"/>
                    <a:pt x="5074" y="1268"/>
                  </a:cubicBezTo>
                  <a:cubicBezTo>
                    <a:pt x="4879" y="1491"/>
                    <a:pt x="4572" y="1770"/>
                    <a:pt x="4238" y="1826"/>
                  </a:cubicBezTo>
                  <a:cubicBezTo>
                    <a:pt x="3206" y="1910"/>
                    <a:pt x="2119" y="1965"/>
                    <a:pt x="1032" y="1965"/>
                  </a:cubicBezTo>
                  <a:cubicBezTo>
                    <a:pt x="447" y="1965"/>
                    <a:pt x="1" y="2300"/>
                    <a:pt x="1" y="2885"/>
                  </a:cubicBezTo>
                  <a:cubicBezTo>
                    <a:pt x="1" y="3490"/>
                    <a:pt x="422" y="3921"/>
                    <a:pt x="962" y="3921"/>
                  </a:cubicBezTo>
                  <a:cubicBezTo>
                    <a:pt x="994" y="3921"/>
                    <a:pt x="1027" y="3920"/>
                    <a:pt x="1060" y="3917"/>
                  </a:cubicBezTo>
                  <a:cubicBezTo>
                    <a:pt x="1924" y="3805"/>
                    <a:pt x="2732" y="3666"/>
                    <a:pt x="3624" y="3638"/>
                  </a:cubicBezTo>
                  <a:cubicBezTo>
                    <a:pt x="3767" y="3629"/>
                    <a:pt x="3899" y="3622"/>
                    <a:pt x="4022" y="3622"/>
                  </a:cubicBezTo>
                  <a:cubicBezTo>
                    <a:pt x="4643" y="3622"/>
                    <a:pt x="5027" y="3780"/>
                    <a:pt x="5353" y="4502"/>
                  </a:cubicBezTo>
                  <a:cubicBezTo>
                    <a:pt x="5631" y="5171"/>
                    <a:pt x="6189" y="5645"/>
                    <a:pt x="6914" y="5812"/>
                  </a:cubicBezTo>
                  <a:cubicBezTo>
                    <a:pt x="7555" y="5982"/>
                    <a:pt x="8184" y="6050"/>
                    <a:pt x="8827" y="6050"/>
                  </a:cubicBezTo>
                  <a:cubicBezTo>
                    <a:pt x="9133" y="6050"/>
                    <a:pt x="9442" y="6034"/>
                    <a:pt x="9757" y="6007"/>
                  </a:cubicBezTo>
                  <a:cubicBezTo>
                    <a:pt x="10928" y="5896"/>
                    <a:pt x="11820" y="5394"/>
                    <a:pt x="12322" y="4279"/>
                  </a:cubicBezTo>
                  <a:cubicBezTo>
                    <a:pt x="12461" y="4000"/>
                    <a:pt x="12851" y="3666"/>
                    <a:pt x="13102" y="3666"/>
                  </a:cubicBezTo>
                  <a:cubicBezTo>
                    <a:pt x="14189" y="3666"/>
                    <a:pt x="15248" y="3777"/>
                    <a:pt x="16336" y="3917"/>
                  </a:cubicBezTo>
                  <a:cubicBezTo>
                    <a:pt x="16420" y="3929"/>
                    <a:pt x="16501" y="3935"/>
                    <a:pt x="16580" y="3935"/>
                  </a:cubicBezTo>
                  <a:cubicBezTo>
                    <a:pt x="16866" y="3935"/>
                    <a:pt x="17114" y="3845"/>
                    <a:pt x="17311" y="3582"/>
                  </a:cubicBezTo>
                  <a:cubicBezTo>
                    <a:pt x="17590" y="3248"/>
                    <a:pt x="17618" y="2829"/>
                    <a:pt x="17395" y="2439"/>
                  </a:cubicBezTo>
                  <a:cubicBezTo>
                    <a:pt x="17172" y="2133"/>
                    <a:pt x="16865" y="1993"/>
                    <a:pt x="16447" y="1993"/>
                  </a:cubicBezTo>
                  <a:cubicBezTo>
                    <a:pt x="15667" y="1993"/>
                    <a:pt x="14942" y="1965"/>
                    <a:pt x="14189" y="1965"/>
                  </a:cubicBezTo>
                  <a:cubicBezTo>
                    <a:pt x="13102" y="1965"/>
                    <a:pt x="12294" y="1603"/>
                    <a:pt x="12099" y="376"/>
                  </a:cubicBezTo>
                  <a:cubicBezTo>
                    <a:pt x="12057" y="125"/>
                    <a:pt x="11889" y="0"/>
                    <a:pt x="116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6"/>
            <p:cNvSpPr/>
            <p:nvPr/>
          </p:nvSpPr>
          <p:spPr>
            <a:xfrm>
              <a:off x="-452249" y="2910710"/>
              <a:ext cx="859116" cy="292421"/>
            </a:xfrm>
            <a:custGeom>
              <a:rect b="b" l="l" r="r" t="t"/>
              <a:pathLst>
                <a:path extrusionOk="0" h="6043" w="17754">
                  <a:moveTo>
                    <a:pt x="11678" y="1"/>
                  </a:moveTo>
                  <a:cubicBezTo>
                    <a:pt x="11535" y="1"/>
                    <a:pt x="11356" y="44"/>
                    <a:pt x="11123" y="121"/>
                  </a:cubicBezTo>
                  <a:cubicBezTo>
                    <a:pt x="10340" y="355"/>
                    <a:pt x="9565" y="466"/>
                    <a:pt x="8792" y="466"/>
                  </a:cubicBezTo>
                  <a:cubicBezTo>
                    <a:pt x="7997" y="466"/>
                    <a:pt x="7204" y="348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5"/>
                    <a:pt x="5408" y="707"/>
                  </a:cubicBezTo>
                  <a:cubicBezTo>
                    <a:pt x="5213" y="1431"/>
                    <a:pt x="4767" y="1822"/>
                    <a:pt x="4070" y="1933"/>
                  </a:cubicBezTo>
                  <a:cubicBezTo>
                    <a:pt x="3457" y="1989"/>
                    <a:pt x="2816" y="2045"/>
                    <a:pt x="2203" y="2073"/>
                  </a:cubicBezTo>
                  <a:lnTo>
                    <a:pt x="2203" y="2045"/>
                  </a:lnTo>
                  <a:lnTo>
                    <a:pt x="1004" y="2045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59"/>
                    <a:pt x="574" y="3914"/>
                    <a:pt x="1111" y="3914"/>
                  </a:cubicBezTo>
                  <a:cubicBezTo>
                    <a:pt x="1131" y="3914"/>
                    <a:pt x="1151" y="3913"/>
                    <a:pt x="1171" y="3912"/>
                  </a:cubicBezTo>
                  <a:cubicBezTo>
                    <a:pt x="2203" y="3857"/>
                    <a:pt x="3234" y="3773"/>
                    <a:pt x="4293" y="3717"/>
                  </a:cubicBezTo>
                  <a:cubicBezTo>
                    <a:pt x="4341" y="3712"/>
                    <a:pt x="4388" y="3709"/>
                    <a:pt x="4433" y="3709"/>
                  </a:cubicBezTo>
                  <a:cubicBezTo>
                    <a:pt x="4838" y="3709"/>
                    <a:pt x="5146" y="3930"/>
                    <a:pt x="5297" y="4330"/>
                  </a:cubicBezTo>
                  <a:cubicBezTo>
                    <a:pt x="5631" y="5195"/>
                    <a:pt x="6328" y="5752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30"/>
                    <a:pt x="9868" y="6003"/>
                  </a:cubicBezTo>
                  <a:cubicBezTo>
                    <a:pt x="11011" y="5891"/>
                    <a:pt x="11959" y="5390"/>
                    <a:pt x="12405" y="4219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5"/>
                    <a:pt x="15471" y="3773"/>
                    <a:pt x="16531" y="3884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8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9"/>
                  </a:cubicBezTo>
                  <a:cubicBezTo>
                    <a:pt x="16399" y="1999"/>
                    <a:pt x="16210" y="2004"/>
                    <a:pt x="16021" y="2004"/>
                  </a:cubicBezTo>
                  <a:cubicBezTo>
                    <a:pt x="15198" y="2004"/>
                    <a:pt x="14364" y="1918"/>
                    <a:pt x="13548" y="1850"/>
                  </a:cubicBezTo>
                  <a:cubicBezTo>
                    <a:pt x="12823" y="1794"/>
                    <a:pt x="12461" y="1487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-452249" y="2493995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49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30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57"/>
                    <a:pt x="574" y="3912"/>
                    <a:pt x="1111" y="3912"/>
                  </a:cubicBezTo>
                  <a:cubicBezTo>
                    <a:pt x="1131" y="3912"/>
                    <a:pt x="1151" y="3912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41" y="3710"/>
                    <a:pt x="4388" y="3707"/>
                    <a:pt x="4433" y="3707"/>
                  </a:cubicBezTo>
                  <a:cubicBezTo>
                    <a:pt x="4838" y="3707"/>
                    <a:pt x="5146" y="3928"/>
                    <a:pt x="5297" y="4329"/>
                  </a:cubicBezTo>
                  <a:cubicBezTo>
                    <a:pt x="5631" y="5193"/>
                    <a:pt x="6328" y="5751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0"/>
                    <a:pt x="16734" y="3900"/>
                  </a:cubicBezTo>
                  <a:cubicBezTo>
                    <a:pt x="17137" y="3900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6"/>
            <p:cNvSpPr/>
            <p:nvPr/>
          </p:nvSpPr>
          <p:spPr>
            <a:xfrm>
              <a:off x="-452249" y="2079120"/>
              <a:ext cx="859116" cy="292518"/>
            </a:xfrm>
            <a:custGeom>
              <a:rect b="b" l="l" r="r" t="t"/>
              <a:pathLst>
                <a:path extrusionOk="0" h="6045" w="17754">
                  <a:moveTo>
                    <a:pt x="11671" y="1"/>
                  </a:moveTo>
                  <a:cubicBezTo>
                    <a:pt x="11530" y="1"/>
                    <a:pt x="11352" y="40"/>
                    <a:pt x="11123" y="108"/>
                  </a:cubicBezTo>
                  <a:cubicBezTo>
                    <a:pt x="10340" y="356"/>
                    <a:pt x="9563" y="474"/>
                    <a:pt x="8790" y="474"/>
                  </a:cubicBezTo>
                  <a:cubicBezTo>
                    <a:pt x="7995" y="474"/>
                    <a:pt x="7204" y="349"/>
                    <a:pt x="6412" y="108"/>
                  </a:cubicBezTo>
                  <a:cubicBezTo>
                    <a:pt x="6226" y="62"/>
                    <a:pt x="6079" y="35"/>
                    <a:pt x="5960" y="35"/>
                  </a:cubicBezTo>
                  <a:cubicBezTo>
                    <a:pt x="5650" y="35"/>
                    <a:pt x="5529" y="218"/>
                    <a:pt x="5408" y="722"/>
                  </a:cubicBezTo>
                  <a:cubicBezTo>
                    <a:pt x="5213" y="1446"/>
                    <a:pt x="4767" y="1837"/>
                    <a:pt x="4070" y="1920"/>
                  </a:cubicBezTo>
                  <a:cubicBezTo>
                    <a:pt x="3457" y="2004"/>
                    <a:pt x="2816" y="2032"/>
                    <a:pt x="2203" y="2087"/>
                  </a:cubicBezTo>
                  <a:lnTo>
                    <a:pt x="2203" y="2032"/>
                  </a:lnTo>
                  <a:lnTo>
                    <a:pt x="1004" y="2032"/>
                  </a:lnTo>
                  <a:cubicBezTo>
                    <a:pt x="447" y="2060"/>
                    <a:pt x="1" y="2533"/>
                    <a:pt x="28" y="3035"/>
                  </a:cubicBezTo>
                  <a:cubicBezTo>
                    <a:pt x="55" y="3547"/>
                    <a:pt x="577" y="3929"/>
                    <a:pt x="1115" y="3929"/>
                  </a:cubicBezTo>
                  <a:cubicBezTo>
                    <a:pt x="1134" y="3929"/>
                    <a:pt x="1153" y="3928"/>
                    <a:pt x="1171" y="3927"/>
                  </a:cubicBezTo>
                  <a:cubicBezTo>
                    <a:pt x="2203" y="3844"/>
                    <a:pt x="3234" y="3788"/>
                    <a:pt x="4293" y="3704"/>
                  </a:cubicBezTo>
                  <a:cubicBezTo>
                    <a:pt x="4323" y="3702"/>
                    <a:pt x="4352" y="3702"/>
                    <a:pt x="4380" y="3702"/>
                  </a:cubicBezTo>
                  <a:cubicBezTo>
                    <a:pt x="4811" y="3702"/>
                    <a:pt x="5140" y="3901"/>
                    <a:pt x="5297" y="4345"/>
                  </a:cubicBezTo>
                  <a:cubicBezTo>
                    <a:pt x="5631" y="5209"/>
                    <a:pt x="6328" y="5767"/>
                    <a:pt x="7248" y="5906"/>
                  </a:cubicBezTo>
                  <a:cubicBezTo>
                    <a:pt x="7839" y="6002"/>
                    <a:pt x="8429" y="6045"/>
                    <a:pt x="9029" y="6045"/>
                  </a:cubicBezTo>
                  <a:cubicBezTo>
                    <a:pt x="9306" y="6045"/>
                    <a:pt x="9586" y="6035"/>
                    <a:pt x="9868" y="6018"/>
                  </a:cubicBezTo>
                  <a:cubicBezTo>
                    <a:pt x="11011" y="5906"/>
                    <a:pt x="11959" y="5377"/>
                    <a:pt x="12405" y="4234"/>
                  </a:cubicBezTo>
                  <a:cubicBezTo>
                    <a:pt x="12560" y="3845"/>
                    <a:pt x="12884" y="3673"/>
                    <a:pt x="13265" y="3673"/>
                  </a:cubicBezTo>
                  <a:cubicBezTo>
                    <a:pt x="13294" y="3673"/>
                    <a:pt x="13323" y="3674"/>
                    <a:pt x="13353" y="3676"/>
                  </a:cubicBezTo>
                  <a:cubicBezTo>
                    <a:pt x="14384" y="3732"/>
                    <a:pt x="15471" y="3788"/>
                    <a:pt x="16531" y="3871"/>
                  </a:cubicBezTo>
                  <a:cubicBezTo>
                    <a:pt x="16601" y="3883"/>
                    <a:pt x="16669" y="3889"/>
                    <a:pt x="16734" y="3889"/>
                  </a:cubicBezTo>
                  <a:cubicBezTo>
                    <a:pt x="17137" y="3889"/>
                    <a:pt x="17442" y="3674"/>
                    <a:pt x="17562" y="3314"/>
                  </a:cubicBezTo>
                  <a:cubicBezTo>
                    <a:pt x="17754" y="2766"/>
                    <a:pt x="17461" y="2003"/>
                    <a:pt x="16631" y="2003"/>
                  </a:cubicBezTo>
                  <a:cubicBezTo>
                    <a:pt x="16616" y="2003"/>
                    <a:pt x="16601" y="2003"/>
                    <a:pt x="16586" y="2004"/>
                  </a:cubicBezTo>
                  <a:cubicBezTo>
                    <a:pt x="16478" y="2007"/>
                    <a:pt x="16369" y="2008"/>
                    <a:pt x="16260" y="2008"/>
                  </a:cubicBezTo>
                  <a:cubicBezTo>
                    <a:pt x="15360" y="2008"/>
                    <a:pt x="14443" y="1914"/>
                    <a:pt x="13548" y="1864"/>
                  </a:cubicBezTo>
                  <a:cubicBezTo>
                    <a:pt x="12823" y="1781"/>
                    <a:pt x="12461" y="1474"/>
                    <a:pt x="12266" y="749"/>
                  </a:cubicBezTo>
                  <a:cubicBezTo>
                    <a:pt x="12130" y="207"/>
                    <a:pt x="11994" y="1"/>
                    <a:pt x="116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6"/>
            <p:cNvSpPr/>
            <p:nvPr/>
          </p:nvSpPr>
          <p:spPr>
            <a:xfrm>
              <a:off x="-452249" y="1663083"/>
              <a:ext cx="859116" cy="292372"/>
            </a:xfrm>
            <a:custGeom>
              <a:rect b="b" l="l" r="r" t="t"/>
              <a:pathLst>
                <a:path extrusionOk="0" h="6042" w="17754">
                  <a:moveTo>
                    <a:pt x="11678" y="0"/>
                  </a:moveTo>
                  <a:cubicBezTo>
                    <a:pt x="11535" y="0"/>
                    <a:pt x="11356" y="43"/>
                    <a:pt x="11123" y="121"/>
                  </a:cubicBezTo>
                  <a:cubicBezTo>
                    <a:pt x="10340" y="354"/>
                    <a:pt x="9565" y="466"/>
                    <a:pt x="8792" y="466"/>
                  </a:cubicBezTo>
                  <a:cubicBezTo>
                    <a:pt x="7997" y="466"/>
                    <a:pt x="7204" y="347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4"/>
                    <a:pt x="5408" y="706"/>
                  </a:cubicBezTo>
                  <a:cubicBezTo>
                    <a:pt x="5213" y="1431"/>
                    <a:pt x="4767" y="1821"/>
                    <a:pt x="4070" y="1933"/>
                  </a:cubicBezTo>
                  <a:cubicBezTo>
                    <a:pt x="3457" y="1988"/>
                    <a:pt x="2816" y="2044"/>
                    <a:pt x="2203" y="2072"/>
                  </a:cubicBezTo>
                  <a:lnTo>
                    <a:pt x="2203" y="2016"/>
                  </a:lnTo>
                  <a:lnTo>
                    <a:pt x="1004" y="2016"/>
                  </a:lnTo>
                  <a:cubicBezTo>
                    <a:pt x="447" y="2072"/>
                    <a:pt x="1" y="2518"/>
                    <a:pt x="28" y="3048"/>
                  </a:cubicBezTo>
                  <a:cubicBezTo>
                    <a:pt x="55" y="3532"/>
                    <a:pt x="577" y="3913"/>
                    <a:pt x="1115" y="3913"/>
                  </a:cubicBezTo>
                  <a:cubicBezTo>
                    <a:pt x="1134" y="3913"/>
                    <a:pt x="1152" y="3913"/>
                    <a:pt x="1171" y="3912"/>
                  </a:cubicBezTo>
                  <a:cubicBezTo>
                    <a:pt x="2203" y="3856"/>
                    <a:pt x="3234" y="3772"/>
                    <a:pt x="4293" y="3717"/>
                  </a:cubicBezTo>
                  <a:cubicBezTo>
                    <a:pt x="4341" y="3711"/>
                    <a:pt x="4388" y="3708"/>
                    <a:pt x="4433" y="3708"/>
                  </a:cubicBezTo>
                  <a:cubicBezTo>
                    <a:pt x="4838" y="3708"/>
                    <a:pt x="5146" y="3929"/>
                    <a:pt x="5297" y="4330"/>
                  </a:cubicBezTo>
                  <a:cubicBezTo>
                    <a:pt x="5631" y="5194"/>
                    <a:pt x="6328" y="5751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29"/>
                    <a:pt x="9868" y="6002"/>
                  </a:cubicBezTo>
                  <a:cubicBezTo>
                    <a:pt x="11011" y="5891"/>
                    <a:pt x="11959" y="5389"/>
                    <a:pt x="12405" y="4218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587" y="3890"/>
                    <a:pt x="16641" y="3893"/>
                    <a:pt x="16695" y="3893"/>
                  </a:cubicBezTo>
                  <a:cubicBezTo>
                    <a:pt x="17116" y="3893"/>
                    <a:pt x="17438" y="3698"/>
                    <a:pt x="17562" y="3326"/>
                  </a:cubicBezTo>
                  <a:cubicBezTo>
                    <a:pt x="17754" y="2778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8"/>
                  </a:cubicBezTo>
                  <a:cubicBezTo>
                    <a:pt x="16399" y="1999"/>
                    <a:pt x="16210" y="2003"/>
                    <a:pt x="16021" y="2003"/>
                  </a:cubicBezTo>
                  <a:cubicBezTo>
                    <a:pt x="15198" y="2003"/>
                    <a:pt x="14364" y="1917"/>
                    <a:pt x="13548" y="1849"/>
                  </a:cubicBezTo>
                  <a:cubicBezTo>
                    <a:pt x="12823" y="1793"/>
                    <a:pt x="12461" y="1459"/>
                    <a:pt x="12266" y="734"/>
                  </a:cubicBezTo>
                  <a:cubicBezTo>
                    <a:pt x="12131" y="214"/>
                    <a:pt x="11996" y="0"/>
                    <a:pt x="116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6"/>
            <p:cNvSpPr/>
            <p:nvPr/>
          </p:nvSpPr>
          <p:spPr>
            <a:xfrm>
              <a:off x="-452249" y="1247675"/>
              <a:ext cx="859116" cy="292711"/>
            </a:xfrm>
            <a:custGeom>
              <a:rect b="b" l="l" r="r" t="t"/>
              <a:pathLst>
                <a:path extrusionOk="0" h="6049" w="17754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1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9"/>
                    <a:pt x="12405" y="4246"/>
                  </a:cubicBezTo>
                  <a:cubicBezTo>
                    <a:pt x="12560" y="3857"/>
                    <a:pt x="12884" y="3685"/>
                    <a:pt x="13265" y="3685"/>
                  </a:cubicBezTo>
                  <a:cubicBezTo>
                    <a:pt x="13294" y="3685"/>
                    <a:pt x="13323" y="3686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5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3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-452249" y="832170"/>
              <a:ext cx="859116" cy="291840"/>
            </a:xfrm>
            <a:custGeom>
              <a:rect b="b" l="l" r="r" t="t"/>
              <a:pathLst>
                <a:path extrusionOk="0" h="6031" w="17754">
                  <a:moveTo>
                    <a:pt x="11678" y="1"/>
                  </a:moveTo>
                  <a:cubicBezTo>
                    <a:pt x="11535" y="1"/>
                    <a:pt x="11356" y="44"/>
                    <a:pt x="11123" y="122"/>
                  </a:cubicBezTo>
                  <a:cubicBezTo>
                    <a:pt x="10340" y="355"/>
                    <a:pt x="9565" y="467"/>
                    <a:pt x="8792" y="467"/>
                  </a:cubicBezTo>
                  <a:cubicBezTo>
                    <a:pt x="7997" y="467"/>
                    <a:pt x="7204" y="348"/>
                    <a:pt x="6412" y="122"/>
                  </a:cubicBezTo>
                  <a:cubicBezTo>
                    <a:pt x="6213" y="64"/>
                    <a:pt x="6059" y="30"/>
                    <a:pt x="5935" y="30"/>
                  </a:cubicBezTo>
                  <a:cubicBezTo>
                    <a:pt x="5643" y="30"/>
                    <a:pt x="5526" y="217"/>
                    <a:pt x="5408" y="707"/>
                  </a:cubicBezTo>
                  <a:cubicBezTo>
                    <a:pt x="5213" y="1432"/>
                    <a:pt x="4767" y="1822"/>
                    <a:pt x="4070" y="1933"/>
                  </a:cubicBezTo>
                  <a:cubicBezTo>
                    <a:pt x="3457" y="1989"/>
                    <a:pt x="2816" y="2017"/>
                    <a:pt x="2203" y="2073"/>
                  </a:cubicBezTo>
                  <a:lnTo>
                    <a:pt x="2203" y="2017"/>
                  </a:lnTo>
                  <a:lnTo>
                    <a:pt x="1004" y="2017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33"/>
                    <a:pt x="577" y="3914"/>
                    <a:pt x="1115" y="3914"/>
                  </a:cubicBezTo>
                  <a:cubicBezTo>
                    <a:pt x="1134" y="3914"/>
                    <a:pt x="1152" y="3914"/>
                    <a:pt x="1171" y="3913"/>
                  </a:cubicBezTo>
                  <a:cubicBezTo>
                    <a:pt x="2203" y="3829"/>
                    <a:pt x="3234" y="3773"/>
                    <a:pt x="4293" y="3690"/>
                  </a:cubicBezTo>
                  <a:cubicBezTo>
                    <a:pt x="4320" y="3688"/>
                    <a:pt x="4346" y="3687"/>
                    <a:pt x="4372" y="3687"/>
                  </a:cubicBezTo>
                  <a:cubicBezTo>
                    <a:pt x="4807" y="3687"/>
                    <a:pt x="5139" y="3910"/>
                    <a:pt x="5297" y="4331"/>
                  </a:cubicBezTo>
                  <a:cubicBezTo>
                    <a:pt x="5631" y="5195"/>
                    <a:pt x="6328" y="5752"/>
                    <a:pt x="7248" y="5892"/>
                  </a:cubicBezTo>
                  <a:cubicBezTo>
                    <a:pt x="7839" y="5987"/>
                    <a:pt x="8429" y="6030"/>
                    <a:pt x="9029" y="6030"/>
                  </a:cubicBezTo>
                  <a:cubicBezTo>
                    <a:pt x="9306" y="6030"/>
                    <a:pt x="9586" y="6021"/>
                    <a:pt x="9868" y="6003"/>
                  </a:cubicBezTo>
                  <a:cubicBezTo>
                    <a:pt x="11011" y="5892"/>
                    <a:pt x="11959" y="5362"/>
                    <a:pt x="12405" y="4219"/>
                  </a:cubicBezTo>
                  <a:cubicBezTo>
                    <a:pt x="12560" y="3831"/>
                    <a:pt x="12884" y="3659"/>
                    <a:pt x="13265" y="3659"/>
                  </a:cubicBezTo>
                  <a:cubicBezTo>
                    <a:pt x="13294" y="3659"/>
                    <a:pt x="13323" y="3660"/>
                    <a:pt x="13353" y="3662"/>
                  </a:cubicBezTo>
                  <a:cubicBezTo>
                    <a:pt x="14384" y="3745"/>
                    <a:pt x="15471" y="3773"/>
                    <a:pt x="16531" y="3885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9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9"/>
                    <a:pt x="16586" y="1989"/>
                  </a:cubicBezTo>
                  <a:cubicBezTo>
                    <a:pt x="16452" y="1993"/>
                    <a:pt x="16317" y="1995"/>
                    <a:pt x="16182" y="1995"/>
                  </a:cubicBezTo>
                  <a:cubicBezTo>
                    <a:pt x="15307" y="1995"/>
                    <a:pt x="14417" y="1922"/>
                    <a:pt x="13548" y="1850"/>
                  </a:cubicBezTo>
                  <a:cubicBezTo>
                    <a:pt x="12823" y="1794"/>
                    <a:pt x="12461" y="1460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6"/>
            <p:cNvSpPr/>
            <p:nvPr/>
          </p:nvSpPr>
          <p:spPr>
            <a:xfrm>
              <a:off x="-452249" y="416811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6"/>
            <p:cNvSpPr/>
            <p:nvPr/>
          </p:nvSpPr>
          <p:spPr>
            <a:xfrm>
              <a:off x="-452249" y="-1"/>
              <a:ext cx="859116" cy="292760"/>
            </a:xfrm>
            <a:custGeom>
              <a:rect b="b" l="l" r="r" t="t"/>
              <a:pathLst>
                <a:path extrusionOk="0" h="6050" w="17754">
                  <a:moveTo>
                    <a:pt x="11674" y="1"/>
                  </a:moveTo>
                  <a:cubicBezTo>
                    <a:pt x="11532" y="1"/>
                    <a:pt x="11353" y="44"/>
                    <a:pt x="11123" y="121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1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4"/>
                    <a:pt x="5408" y="706"/>
                  </a:cubicBezTo>
                  <a:cubicBezTo>
                    <a:pt x="5213" y="1459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2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2"/>
                    <a:pt x="1" y="2518"/>
                    <a:pt x="28" y="3047"/>
                  </a:cubicBezTo>
                  <a:cubicBezTo>
                    <a:pt x="55" y="3543"/>
                    <a:pt x="545" y="3917"/>
                    <a:pt x="1065" y="3917"/>
                  </a:cubicBezTo>
                  <a:cubicBezTo>
                    <a:pt x="1100" y="3917"/>
                    <a:pt x="1136" y="3915"/>
                    <a:pt x="1171" y="3912"/>
                  </a:cubicBezTo>
                  <a:cubicBezTo>
                    <a:pt x="2203" y="3856"/>
                    <a:pt x="3234" y="3772"/>
                    <a:pt x="4293" y="3716"/>
                  </a:cubicBezTo>
                  <a:cubicBezTo>
                    <a:pt x="4323" y="3715"/>
                    <a:pt x="4352" y="3714"/>
                    <a:pt x="4381" y="3714"/>
                  </a:cubicBezTo>
                  <a:cubicBezTo>
                    <a:pt x="4812" y="3714"/>
                    <a:pt x="5140" y="3911"/>
                    <a:pt x="5297" y="4330"/>
                  </a:cubicBezTo>
                  <a:cubicBezTo>
                    <a:pt x="5631" y="5222"/>
                    <a:pt x="6328" y="5779"/>
                    <a:pt x="7248" y="5919"/>
                  </a:cubicBezTo>
                  <a:cubicBezTo>
                    <a:pt x="7788" y="6006"/>
                    <a:pt x="8328" y="6049"/>
                    <a:pt x="8875" y="6049"/>
                  </a:cubicBezTo>
                  <a:cubicBezTo>
                    <a:pt x="9203" y="6049"/>
                    <a:pt x="9534" y="6034"/>
                    <a:pt x="9868" y="6002"/>
                  </a:cubicBezTo>
                  <a:cubicBezTo>
                    <a:pt x="11011" y="5919"/>
                    <a:pt x="11959" y="5389"/>
                    <a:pt x="12405" y="4246"/>
                  </a:cubicBezTo>
                  <a:cubicBezTo>
                    <a:pt x="12554" y="3875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9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6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6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7"/>
                  </a:cubicBezTo>
                  <a:cubicBezTo>
                    <a:pt x="12823" y="1793"/>
                    <a:pt x="12461" y="1486"/>
                    <a:pt x="12266" y="762"/>
                  </a:cubicBezTo>
                  <a:cubicBezTo>
                    <a:pt x="12130" y="220"/>
                    <a:pt x="11995" y="1"/>
                    <a:pt x="116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-349716" y="4932539"/>
              <a:ext cx="639184" cy="232466"/>
            </a:xfrm>
            <a:custGeom>
              <a:rect b="b" l="l" r="r" t="t"/>
              <a:pathLst>
                <a:path extrusionOk="0" h="4804" w="13209">
                  <a:moveTo>
                    <a:pt x="8759" y="0"/>
                  </a:moveTo>
                  <a:cubicBezTo>
                    <a:pt x="8709" y="0"/>
                    <a:pt x="8651" y="13"/>
                    <a:pt x="8586" y="39"/>
                  </a:cubicBezTo>
                  <a:cubicBezTo>
                    <a:pt x="7958" y="262"/>
                    <a:pt x="7317" y="366"/>
                    <a:pt x="6673" y="366"/>
                  </a:cubicBezTo>
                  <a:cubicBezTo>
                    <a:pt x="6028" y="366"/>
                    <a:pt x="5380" y="262"/>
                    <a:pt x="4739" y="67"/>
                  </a:cubicBezTo>
                  <a:cubicBezTo>
                    <a:pt x="4625" y="26"/>
                    <a:pt x="4538" y="4"/>
                    <a:pt x="4468" y="4"/>
                  </a:cubicBezTo>
                  <a:cubicBezTo>
                    <a:pt x="4298" y="4"/>
                    <a:pt x="4233" y="133"/>
                    <a:pt x="4153" y="429"/>
                  </a:cubicBezTo>
                  <a:cubicBezTo>
                    <a:pt x="3986" y="1014"/>
                    <a:pt x="3707" y="1516"/>
                    <a:pt x="3011" y="1516"/>
                  </a:cubicBezTo>
                  <a:cubicBezTo>
                    <a:pt x="2258" y="1544"/>
                    <a:pt x="1561" y="1600"/>
                    <a:pt x="836" y="1655"/>
                  </a:cubicBezTo>
                  <a:cubicBezTo>
                    <a:pt x="836" y="1572"/>
                    <a:pt x="808" y="1544"/>
                    <a:pt x="781" y="1460"/>
                  </a:cubicBezTo>
                  <a:cubicBezTo>
                    <a:pt x="558" y="1600"/>
                    <a:pt x="307" y="1711"/>
                    <a:pt x="223" y="1878"/>
                  </a:cubicBezTo>
                  <a:cubicBezTo>
                    <a:pt x="0" y="2213"/>
                    <a:pt x="0" y="2575"/>
                    <a:pt x="279" y="2826"/>
                  </a:cubicBezTo>
                  <a:cubicBezTo>
                    <a:pt x="446" y="2993"/>
                    <a:pt x="725" y="3077"/>
                    <a:pt x="948" y="3077"/>
                  </a:cubicBezTo>
                  <a:cubicBezTo>
                    <a:pt x="1673" y="3049"/>
                    <a:pt x="2369" y="2938"/>
                    <a:pt x="3094" y="2854"/>
                  </a:cubicBezTo>
                  <a:cubicBezTo>
                    <a:pt x="3119" y="2853"/>
                    <a:pt x="3144" y="2852"/>
                    <a:pt x="3168" y="2852"/>
                  </a:cubicBezTo>
                  <a:cubicBezTo>
                    <a:pt x="3624" y="2852"/>
                    <a:pt x="3883" y="3100"/>
                    <a:pt x="4042" y="3523"/>
                  </a:cubicBezTo>
                  <a:cubicBezTo>
                    <a:pt x="4265" y="3997"/>
                    <a:pt x="4572" y="4359"/>
                    <a:pt x="5073" y="4527"/>
                  </a:cubicBezTo>
                  <a:cubicBezTo>
                    <a:pt x="5569" y="4717"/>
                    <a:pt x="6077" y="4803"/>
                    <a:pt x="6598" y="4803"/>
                  </a:cubicBezTo>
                  <a:cubicBezTo>
                    <a:pt x="6840" y="4803"/>
                    <a:pt x="7084" y="4785"/>
                    <a:pt x="7331" y="4750"/>
                  </a:cubicBezTo>
                  <a:cubicBezTo>
                    <a:pt x="8223" y="4638"/>
                    <a:pt x="8892" y="4248"/>
                    <a:pt x="9255" y="3356"/>
                  </a:cubicBezTo>
                  <a:cubicBezTo>
                    <a:pt x="9384" y="3019"/>
                    <a:pt x="9586" y="2851"/>
                    <a:pt x="9904" y="2851"/>
                  </a:cubicBezTo>
                  <a:cubicBezTo>
                    <a:pt x="9928" y="2851"/>
                    <a:pt x="9954" y="2852"/>
                    <a:pt x="9979" y="2854"/>
                  </a:cubicBezTo>
                  <a:cubicBezTo>
                    <a:pt x="10732" y="2938"/>
                    <a:pt x="11513" y="3049"/>
                    <a:pt x="12265" y="3105"/>
                  </a:cubicBezTo>
                  <a:cubicBezTo>
                    <a:pt x="12280" y="3106"/>
                    <a:pt x="12295" y="3106"/>
                    <a:pt x="12310" y="3106"/>
                  </a:cubicBezTo>
                  <a:cubicBezTo>
                    <a:pt x="12793" y="3106"/>
                    <a:pt x="13209" y="2670"/>
                    <a:pt x="13074" y="2129"/>
                  </a:cubicBezTo>
                  <a:cubicBezTo>
                    <a:pt x="12934" y="1683"/>
                    <a:pt x="12655" y="1572"/>
                    <a:pt x="12182" y="1572"/>
                  </a:cubicBezTo>
                  <a:cubicBezTo>
                    <a:pt x="11429" y="1572"/>
                    <a:pt x="10676" y="1572"/>
                    <a:pt x="9952" y="1460"/>
                  </a:cubicBezTo>
                  <a:cubicBezTo>
                    <a:pt x="9366" y="1405"/>
                    <a:pt x="9171" y="875"/>
                    <a:pt x="9060" y="345"/>
                  </a:cubicBezTo>
                  <a:cubicBezTo>
                    <a:pt x="9017" y="132"/>
                    <a:pt x="8925" y="0"/>
                    <a:pt x="8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1862600" y="445025"/>
            <a:ext cx="5418900" cy="13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1" type="subTitle"/>
          </p:nvPr>
        </p:nvSpPr>
        <p:spPr>
          <a:xfrm>
            <a:off x="855588" y="3199902"/>
            <a:ext cx="2339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2" type="subTitle"/>
          </p:nvPr>
        </p:nvSpPr>
        <p:spPr>
          <a:xfrm>
            <a:off x="3402302" y="3199902"/>
            <a:ext cx="2339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7"/>
          <p:cNvSpPr txBox="1"/>
          <p:nvPr>
            <p:ph idx="3" type="subTitle"/>
          </p:nvPr>
        </p:nvSpPr>
        <p:spPr>
          <a:xfrm>
            <a:off x="5949012" y="3199902"/>
            <a:ext cx="2339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4" type="subTitle"/>
          </p:nvPr>
        </p:nvSpPr>
        <p:spPr>
          <a:xfrm>
            <a:off x="855588" y="2828375"/>
            <a:ext cx="2339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5" type="subTitle"/>
          </p:nvPr>
        </p:nvSpPr>
        <p:spPr>
          <a:xfrm>
            <a:off x="3402302" y="2828375"/>
            <a:ext cx="2339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idx="6" type="subTitle"/>
          </p:nvPr>
        </p:nvSpPr>
        <p:spPr>
          <a:xfrm>
            <a:off x="5949012" y="2828375"/>
            <a:ext cx="2339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109" name="Google Shape;109;p17"/>
          <p:cNvGrpSpPr/>
          <p:nvPr/>
        </p:nvGrpSpPr>
        <p:grpSpPr>
          <a:xfrm>
            <a:off x="3798957" y="4370436"/>
            <a:ext cx="1546086" cy="1546118"/>
            <a:chOff x="7339425" y="1867300"/>
            <a:chExt cx="1188200" cy="1188225"/>
          </a:xfrm>
        </p:grpSpPr>
        <p:sp>
          <p:nvSpPr>
            <p:cNvPr id="110" name="Google Shape;110;p17"/>
            <p:cNvSpPr/>
            <p:nvPr/>
          </p:nvSpPr>
          <p:spPr>
            <a:xfrm>
              <a:off x="7339425" y="1867300"/>
              <a:ext cx="1188200" cy="1188225"/>
            </a:xfrm>
            <a:custGeom>
              <a:rect b="b" l="l" r="r" t="t"/>
              <a:pathLst>
                <a:path extrusionOk="0" h="47529" w="47528">
                  <a:moveTo>
                    <a:pt x="23778" y="1"/>
                  </a:moveTo>
                  <a:cubicBezTo>
                    <a:pt x="10649" y="1"/>
                    <a:pt x="0" y="10621"/>
                    <a:pt x="0" y="23751"/>
                  </a:cubicBezTo>
                  <a:cubicBezTo>
                    <a:pt x="0" y="36880"/>
                    <a:pt x="10649" y="47528"/>
                    <a:pt x="23778" y="47528"/>
                  </a:cubicBezTo>
                  <a:cubicBezTo>
                    <a:pt x="36907" y="47528"/>
                    <a:pt x="47528" y="36880"/>
                    <a:pt x="47528" y="23751"/>
                  </a:cubicBezTo>
                  <a:cubicBezTo>
                    <a:pt x="47528" y="10621"/>
                    <a:pt x="36907" y="1"/>
                    <a:pt x="23778" y="1"/>
                  </a:cubicBezTo>
                  <a:close/>
                </a:path>
              </a:pathLst>
            </a:custGeom>
            <a:solidFill>
              <a:srgbClr val="5785A8">
                <a:alpha val="1843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7"/>
            <p:cNvSpPr/>
            <p:nvPr/>
          </p:nvSpPr>
          <p:spPr>
            <a:xfrm>
              <a:off x="7519225" y="2046400"/>
              <a:ext cx="829300" cy="829325"/>
            </a:xfrm>
            <a:custGeom>
              <a:rect b="b" l="l" r="r" t="t"/>
              <a:pathLst>
                <a:path extrusionOk="0" h="33173" w="33172">
                  <a:moveTo>
                    <a:pt x="16586" y="1"/>
                  </a:moveTo>
                  <a:cubicBezTo>
                    <a:pt x="7415" y="1"/>
                    <a:pt x="0" y="7444"/>
                    <a:pt x="0" y="16587"/>
                  </a:cubicBezTo>
                  <a:cubicBezTo>
                    <a:pt x="0" y="25758"/>
                    <a:pt x="7415" y="33172"/>
                    <a:pt x="16586" y="33172"/>
                  </a:cubicBezTo>
                  <a:cubicBezTo>
                    <a:pt x="25729" y="33172"/>
                    <a:pt x="33172" y="25758"/>
                    <a:pt x="33172" y="16587"/>
                  </a:cubicBezTo>
                  <a:cubicBezTo>
                    <a:pt x="33172" y="7444"/>
                    <a:pt x="25729" y="1"/>
                    <a:pt x="16586" y="1"/>
                  </a:cubicBezTo>
                  <a:close/>
                </a:path>
              </a:pathLst>
            </a:custGeom>
            <a:solidFill>
              <a:srgbClr val="5785A8">
                <a:alpha val="345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7"/>
            <p:cNvSpPr/>
            <p:nvPr/>
          </p:nvSpPr>
          <p:spPr>
            <a:xfrm>
              <a:off x="7670450" y="2198325"/>
              <a:ext cx="526150" cy="526175"/>
            </a:xfrm>
            <a:custGeom>
              <a:rect b="b" l="l" r="r" t="t"/>
              <a:pathLst>
                <a:path extrusionOk="0" h="21047" w="21046">
                  <a:moveTo>
                    <a:pt x="10537" y="1"/>
                  </a:moveTo>
                  <a:cubicBezTo>
                    <a:pt x="4711" y="1"/>
                    <a:pt x="0" y="4712"/>
                    <a:pt x="0" y="10510"/>
                  </a:cubicBezTo>
                  <a:cubicBezTo>
                    <a:pt x="0" y="16336"/>
                    <a:pt x="4711" y="21047"/>
                    <a:pt x="10537" y="21047"/>
                  </a:cubicBezTo>
                  <a:cubicBezTo>
                    <a:pt x="16335" y="21047"/>
                    <a:pt x="21046" y="16336"/>
                    <a:pt x="21046" y="10510"/>
                  </a:cubicBezTo>
                  <a:cubicBezTo>
                    <a:pt x="21046" y="4712"/>
                    <a:pt x="16335" y="1"/>
                    <a:pt x="105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17"/>
          <p:cNvGrpSpPr/>
          <p:nvPr/>
        </p:nvGrpSpPr>
        <p:grpSpPr>
          <a:xfrm>
            <a:off x="713232" y="-773066"/>
            <a:ext cx="1546086" cy="1546118"/>
            <a:chOff x="7339425" y="1867300"/>
            <a:chExt cx="1188200" cy="1188225"/>
          </a:xfrm>
        </p:grpSpPr>
        <p:sp>
          <p:nvSpPr>
            <p:cNvPr id="114" name="Google Shape;114;p17"/>
            <p:cNvSpPr/>
            <p:nvPr/>
          </p:nvSpPr>
          <p:spPr>
            <a:xfrm>
              <a:off x="7339425" y="1867300"/>
              <a:ext cx="1188200" cy="1188225"/>
            </a:xfrm>
            <a:custGeom>
              <a:rect b="b" l="l" r="r" t="t"/>
              <a:pathLst>
                <a:path extrusionOk="0" h="47529" w="47528">
                  <a:moveTo>
                    <a:pt x="23778" y="1"/>
                  </a:moveTo>
                  <a:cubicBezTo>
                    <a:pt x="10649" y="1"/>
                    <a:pt x="0" y="10621"/>
                    <a:pt x="0" y="23751"/>
                  </a:cubicBezTo>
                  <a:cubicBezTo>
                    <a:pt x="0" y="36880"/>
                    <a:pt x="10649" y="47528"/>
                    <a:pt x="23778" y="47528"/>
                  </a:cubicBezTo>
                  <a:cubicBezTo>
                    <a:pt x="36907" y="47528"/>
                    <a:pt x="47528" y="36880"/>
                    <a:pt x="47528" y="23751"/>
                  </a:cubicBezTo>
                  <a:cubicBezTo>
                    <a:pt x="47528" y="10621"/>
                    <a:pt x="36907" y="1"/>
                    <a:pt x="23778" y="1"/>
                  </a:cubicBezTo>
                  <a:close/>
                </a:path>
              </a:pathLst>
            </a:custGeom>
            <a:solidFill>
              <a:srgbClr val="5785A8">
                <a:alpha val="1843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7519225" y="2046400"/>
              <a:ext cx="829300" cy="829325"/>
            </a:xfrm>
            <a:custGeom>
              <a:rect b="b" l="l" r="r" t="t"/>
              <a:pathLst>
                <a:path extrusionOk="0" h="33173" w="33172">
                  <a:moveTo>
                    <a:pt x="16586" y="1"/>
                  </a:moveTo>
                  <a:cubicBezTo>
                    <a:pt x="7415" y="1"/>
                    <a:pt x="0" y="7444"/>
                    <a:pt x="0" y="16587"/>
                  </a:cubicBezTo>
                  <a:cubicBezTo>
                    <a:pt x="0" y="25758"/>
                    <a:pt x="7415" y="33172"/>
                    <a:pt x="16586" y="33172"/>
                  </a:cubicBezTo>
                  <a:cubicBezTo>
                    <a:pt x="25729" y="33172"/>
                    <a:pt x="33172" y="25758"/>
                    <a:pt x="33172" y="16587"/>
                  </a:cubicBezTo>
                  <a:cubicBezTo>
                    <a:pt x="33172" y="7444"/>
                    <a:pt x="25729" y="1"/>
                    <a:pt x="16586" y="1"/>
                  </a:cubicBezTo>
                  <a:close/>
                </a:path>
              </a:pathLst>
            </a:custGeom>
            <a:solidFill>
              <a:srgbClr val="5785A8">
                <a:alpha val="345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7670450" y="2198325"/>
              <a:ext cx="526150" cy="526175"/>
            </a:xfrm>
            <a:custGeom>
              <a:rect b="b" l="l" r="r" t="t"/>
              <a:pathLst>
                <a:path extrusionOk="0" h="21047" w="21046">
                  <a:moveTo>
                    <a:pt x="10537" y="1"/>
                  </a:moveTo>
                  <a:cubicBezTo>
                    <a:pt x="4711" y="1"/>
                    <a:pt x="0" y="4712"/>
                    <a:pt x="0" y="10510"/>
                  </a:cubicBezTo>
                  <a:cubicBezTo>
                    <a:pt x="0" y="16336"/>
                    <a:pt x="4711" y="21047"/>
                    <a:pt x="10537" y="21047"/>
                  </a:cubicBezTo>
                  <a:cubicBezTo>
                    <a:pt x="16335" y="21047"/>
                    <a:pt x="21046" y="16336"/>
                    <a:pt x="21046" y="10510"/>
                  </a:cubicBezTo>
                  <a:cubicBezTo>
                    <a:pt x="21046" y="4712"/>
                    <a:pt x="16335" y="1"/>
                    <a:pt x="105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" name="Google Shape;117;p17"/>
          <p:cNvGrpSpPr/>
          <p:nvPr/>
        </p:nvGrpSpPr>
        <p:grpSpPr>
          <a:xfrm>
            <a:off x="8732642" y="-10753"/>
            <a:ext cx="865842" cy="5165006"/>
            <a:chOff x="-458975" y="-1"/>
            <a:chExt cx="865842" cy="5165006"/>
          </a:xfrm>
        </p:grpSpPr>
        <p:sp>
          <p:nvSpPr>
            <p:cNvPr id="118" name="Google Shape;118;p17"/>
            <p:cNvSpPr/>
            <p:nvPr/>
          </p:nvSpPr>
          <p:spPr>
            <a:xfrm>
              <a:off x="-458975" y="3326988"/>
              <a:ext cx="855245" cy="295131"/>
            </a:xfrm>
            <a:custGeom>
              <a:rect b="b" l="l" r="r" t="t"/>
              <a:pathLst>
                <a:path extrusionOk="0" h="6099" w="17674">
                  <a:moveTo>
                    <a:pt x="11736" y="1"/>
                  </a:moveTo>
                  <a:cubicBezTo>
                    <a:pt x="11619" y="1"/>
                    <a:pt x="11474" y="28"/>
                    <a:pt x="11290" y="76"/>
                  </a:cubicBezTo>
                  <a:cubicBezTo>
                    <a:pt x="10457" y="334"/>
                    <a:pt x="9633" y="460"/>
                    <a:pt x="8808" y="460"/>
                  </a:cubicBezTo>
                  <a:cubicBezTo>
                    <a:pt x="8030" y="460"/>
                    <a:pt x="7252" y="348"/>
                    <a:pt x="6467" y="132"/>
                  </a:cubicBezTo>
                  <a:cubicBezTo>
                    <a:pt x="6226" y="57"/>
                    <a:pt x="6052" y="11"/>
                    <a:pt x="5921" y="11"/>
                  </a:cubicBezTo>
                  <a:cubicBezTo>
                    <a:pt x="5659" y="11"/>
                    <a:pt x="5566" y="197"/>
                    <a:pt x="5436" y="717"/>
                  </a:cubicBezTo>
                  <a:cubicBezTo>
                    <a:pt x="5296" y="1275"/>
                    <a:pt x="5046" y="1749"/>
                    <a:pt x="4460" y="1832"/>
                  </a:cubicBezTo>
                  <a:cubicBezTo>
                    <a:pt x="3401" y="1944"/>
                    <a:pt x="2342" y="1972"/>
                    <a:pt x="1282" y="1972"/>
                  </a:cubicBezTo>
                  <a:cubicBezTo>
                    <a:pt x="864" y="1972"/>
                    <a:pt x="474" y="2027"/>
                    <a:pt x="251" y="2390"/>
                  </a:cubicBezTo>
                  <a:cubicBezTo>
                    <a:pt x="0" y="2724"/>
                    <a:pt x="0" y="3142"/>
                    <a:pt x="251" y="3505"/>
                  </a:cubicBezTo>
                  <a:cubicBezTo>
                    <a:pt x="452" y="3807"/>
                    <a:pt x="767" y="3927"/>
                    <a:pt x="1155" y="3927"/>
                  </a:cubicBezTo>
                  <a:cubicBezTo>
                    <a:pt x="1197" y="3927"/>
                    <a:pt x="1239" y="3926"/>
                    <a:pt x="1282" y="3923"/>
                  </a:cubicBezTo>
                  <a:cubicBezTo>
                    <a:pt x="2258" y="3811"/>
                    <a:pt x="3234" y="3728"/>
                    <a:pt x="4209" y="3672"/>
                  </a:cubicBezTo>
                  <a:cubicBezTo>
                    <a:pt x="4239" y="3671"/>
                    <a:pt x="4267" y="3670"/>
                    <a:pt x="4295" y="3670"/>
                  </a:cubicBezTo>
                  <a:cubicBezTo>
                    <a:pt x="4881" y="3670"/>
                    <a:pt x="5195" y="3946"/>
                    <a:pt x="5408" y="4425"/>
                  </a:cubicBezTo>
                  <a:cubicBezTo>
                    <a:pt x="5715" y="5094"/>
                    <a:pt x="6244" y="5567"/>
                    <a:pt x="6941" y="5790"/>
                  </a:cubicBezTo>
                  <a:cubicBezTo>
                    <a:pt x="7576" y="6002"/>
                    <a:pt x="8227" y="6099"/>
                    <a:pt x="8880" y="6099"/>
                  </a:cubicBezTo>
                  <a:cubicBezTo>
                    <a:pt x="9433" y="6099"/>
                    <a:pt x="9988" y="6030"/>
                    <a:pt x="10537" y="5902"/>
                  </a:cubicBezTo>
                  <a:cubicBezTo>
                    <a:pt x="11290" y="5735"/>
                    <a:pt x="11959" y="5317"/>
                    <a:pt x="12265" y="4536"/>
                  </a:cubicBezTo>
                  <a:cubicBezTo>
                    <a:pt x="12516" y="3960"/>
                    <a:pt x="12879" y="3631"/>
                    <a:pt x="13456" y="3631"/>
                  </a:cubicBezTo>
                  <a:cubicBezTo>
                    <a:pt x="13521" y="3631"/>
                    <a:pt x="13588" y="3636"/>
                    <a:pt x="13659" y="3644"/>
                  </a:cubicBezTo>
                  <a:cubicBezTo>
                    <a:pt x="14607" y="3700"/>
                    <a:pt x="15555" y="3811"/>
                    <a:pt x="16419" y="3895"/>
                  </a:cubicBezTo>
                  <a:cubicBezTo>
                    <a:pt x="16455" y="3897"/>
                    <a:pt x="16491" y="3898"/>
                    <a:pt x="16527" y="3898"/>
                  </a:cubicBezTo>
                  <a:cubicBezTo>
                    <a:pt x="16923" y="3898"/>
                    <a:pt x="17245" y="3754"/>
                    <a:pt x="17450" y="3421"/>
                  </a:cubicBezTo>
                  <a:cubicBezTo>
                    <a:pt x="17673" y="3087"/>
                    <a:pt x="17673" y="2696"/>
                    <a:pt x="17422" y="2362"/>
                  </a:cubicBezTo>
                  <a:cubicBezTo>
                    <a:pt x="17171" y="2027"/>
                    <a:pt x="16837" y="1944"/>
                    <a:pt x="16419" y="1944"/>
                  </a:cubicBezTo>
                  <a:cubicBezTo>
                    <a:pt x="15499" y="1944"/>
                    <a:pt x="14551" y="1888"/>
                    <a:pt x="13631" y="1860"/>
                  </a:cubicBezTo>
                  <a:cubicBezTo>
                    <a:pt x="12823" y="1832"/>
                    <a:pt x="12405" y="1386"/>
                    <a:pt x="12237" y="606"/>
                  </a:cubicBezTo>
                  <a:cubicBezTo>
                    <a:pt x="12138" y="169"/>
                    <a:pt x="12025" y="1"/>
                    <a:pt x="11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-458975" y="3731654"/>
              <a:ext cx="857906" cy="297308"/>
            </a:xfrm>
            <a:custGeom>
              <a:rect b="b" l="l" r="r" t="t"/>
              <a:pathLst>
                <a:path extrusionOk="0" h="6144" w="17729">
                  <a:moveTo>
                    <a:pt x="11714" y="1"/>
                  </a:moveTo>
                  <a:cubicBezTo>
                    <a:pt x="11637" y="1"/>
                    <a:pt x="11551" y="16"/>
                    <a:pt x="11457" y="48"/>
                  </a:cubicBezTo>
                  <a:cubicBezTo>
                    <a:pt x="10582" y="330"/>
                    <a:pt x="9700" y="476"/>
                    <a:pt x="8819" y="476"/>
                  </a:cubicBezTo>
                  <a:cubicBezTo>
                    <a:pt x="7958" y="476"/>
                    <a:pt x="7098" y="337"/>
                    <a:pt x="6244" y="48"/>
                  </a:cubicBezTo>
                  <a:cubicBezTo>
                    <a:pt x="6162" y="22"/>
                    <a:pt x="6088" y="10"/>
                    <a:pt x="6021" y="10"/>
                  </a:cubicBezTo>
                  <a:cubicBezTo>
                    <a:pt x="5796" y="10"/>
                    <a:pt x="5655" y="152"/>
                    <a:pt x="5547" y="410"/>
                  </a:cubicBezTo>
                  <a:cubicBezTo>
                    <a:pt x="5464" y="577"/>
                    <a:pt x="5436" y="772"/>
                    <a:pt x="5380" y="968"/>
                  </a:cubicBezTo>
                  <a:cubicBezTo>
                    <a:pt x="5185" y="1441"/>
                    <a:pt x="4878" y="1832"/>
                    <a:pt x="4349" y="1860"/>
                  </a:cubicBezTo>
                  <a:cubicBezTo>
                    <a:pt x="3345" y="1943"/>
                    <a:pt x="2314" y="1971"/>
                    <a:pt x="1255" y="1999"/>
                  </a:cubicBezTo>
                  <a:cubicBezTo>
                    <a:pt x="809" y="1999"/>
                    <a:pt x="446" y="2083"/>
                    <a:pt x="195" y="2445"/>
                  </a:cubicBezTo>
                  <a:cubicBezTo>
                    <a:pt x="0" y="2807"/>
                    <a:pt x="0" y="3198"/>
                    <a:pt x="251" y="3532"/>
                  </a:cubicBezTo>
                  <a:cubicBezTo>
                    <a:pt x="473" y="3842"/>
                    <a:pt x="747" y="3976"/>
                    <a:pt x="1088" y="3976"/>
                  </a:cubicBezTo>
                  <a:cubicBezTo>
                    <a:pt x="1176" y="3976"/>
                    <a:pt x="1269" y="3967"/>
                    <a:pt x="1366" y="3950"/>
                  </a:cubicBezTo>
                  <a:cubicBezTo>
                    <a:pt x="2230" y="3839"/>
                    <a:pt x="3122" y="3783"/>
                    <a:pt x="4014" y="3671"/>
                  </a:cubicBezTo>
                  <a:cubicBezTo>
                    <a:pt x="4101" y="3658"/>
                    <a:pt x="4184" y="3652"/>
                    <a:pt x="4263" y="3652"/>
                  </a:cubicBezTo>
                  <a:cubicBezTo>
                    <a:pt x="4843" y="3652"/>
                    <a:pt x="5218" y="4006"/>
                    <a:pt x="5464" y="4619"/>
                  </a:cubicBezTo>
                  <a:cubicBezTo>
                    <a:pt x="5742" y="5205"/>
                    <a:pt x="6244" y="5623"/>
                    <a:pt x="6857" y="5846"/>
                  </a:cubicBezTo>
                  <a:cubicBezTo>
                    <a:pt x="7485" y="6055"/>
                    <a:pt x="8121" y="6143"/>
                    <a:pt x="8766" y="6143"/>
                  </a:cubicBezTo>
                  <a:cubicBezTo>
                    <a:pt x="9240" y="6143"/>
                    <a:pt x="9719" y="6096"/>
                    <a:pt x="10203" y="6013"/>
                  </a:cubicBezTo>
                  <a:cubicBezTo>
                    <a:pt x="11262" y="5846"/>
                    <a:pt x="12014" y="5316"/>
                    <a:pt x="12433" y="4313"/>
                  </a:cubicBezTo>
                  <a:cubicBezTo>
                    <a:pt x="12564" y="3918"/>
                    <a:pt x="12894" y="3697"/>
                    <a:pt x="13306" y="3697"/>
                  </a:cubicBezTo>
                  <a:cubicBezTo>
                    <a:pt x="13331" y="3697"/>
                    <a:pt x="13355" y="3698"/>
                    <a:pt x="13380" y="3699"/>
                  </a:cubicBezTo>
                  <a:cubicBezTo>
                    <a:pt x="14384" y="3783"/>
                    <a:pt x="15415" y="3839"/>
                    <a:pt x="16419" y="3950"/>
                  </a:cubicBezTo>
                  <a:cubicBezTo>
                    <a:pt x="16510" y="3967"/>
                    <a:pt x="16599" y="3976"/>
                    <a:pt x="16686" y="3976"/>
                  </a:cubicBezTo>
                  <a:cubicBezTo>
                    <a:pt x="17019" y="3976"/>
                    <a:pt x="17306" y="3842"/>
                    <a:pt x="17506" y="3532"/>
                  </a:cubicBezTo>
                  <a:cubicBezTo>
                    <a:pt x="17729" y="3198"/>
                    <a:pt x="17729" y="2807"/>
                    <a:pt x="17506" y="2445"/>
                  </a:cubicBezTo>
                  <a:cubicBezTo>
                    <a:pt x="17227" y="2083"/>
                    <a:pt x="16865" y="1999"/>
                    <a:pt x="16419" y="1999"/>
                  </a:cubicBezTo>
                  <a:cubicBezTo>
                    <a:pt x="15332" y="1999"/>
                    <a:pt x="14300" y="1971"/>
                    <a:pt x="13241" y="1832"/>
                  </a:cubicBezTo>
                  <a:cubicBezTo>
                    <a:pt x="12572" y="1720"/>
                    <a:pt x="12377" y="1163"/>
                    <a:pt x="12237" y="577"/>
                  </a:cubicBezTo>
                  <a:cubicBezTo>
                    <a:pt x="12151" y="188"/>
                    <a:pt x="11981" y="1"/>
                    <a:pt x="117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-453604" y="4156740"/>
              <a:ext cx="852535" cy="293631"/>
            </a:xfrm>
            <a:custGeom>
              <a:rect b="b" l="l" r="r" t="t"/>
              <a:pathLst>
                <a:path extrusionOk="0" h="6068" w="17618">
                  <a:moveTo>
                    <a:pt x="11747" y="1"/>
                  </a:moveTo>
                  <a:cubicBezTo>
                    <a:pt x="11634" y="1"/>
                    <a:pt x="11494" y="26"/>
                    <a:pt x="11318" y="71"/>
                  </a:cubicBezTo>
                  <a:cubicBezTo>
                    <a:pt x="10500" y="330"/>
                    <a:pt x="9675" y="455"/>
                    <a:pt x="8850" y="455"/>
                  </a:cubicBezTo>
                  <a:cubicBezTo>
                    <a:pt x="8072" y="455"/>
                    <a:pt x="7295" y="343"/>
                    <a:pt x="6523" y="127"/>
                  </a:cubicBezTo>
                  <a:cubicBezTo>
                    <a:pt x="6273" y="53"/>
                    <a:pt x="6093" y="6"/>
                    <a:pt x="5958" y="6"/>
                  </a:cubicBezTo>
                  <a:cubicBezTo>
                    <a:pt x="5687" y="6"/>
                    <a:pt x="5594" y="192"/>
                    <a:pt x="5464" y="712"/>
                  </a:cubicBezTo>
                  <a:cubicBezTo>
                    <a:pt x="5325" y="1270"/>
                    <a:pt x="5018" y="1744"/>
                    <a:pt x="4377" y="1827"/>
                  </a:cubicBezTo>
                  <a:cubicBezTo>
                    <a:pt x="3513" y="1939"/>
                    <a:pt x="2677" y="1995"/>
                    <a:pt x="1813" y="2078"/>
                  </a:cubicBezTo>
                  <a:cubicBezTo>
                    <a:pt x="1813" y="2023"/>
                    <a:pt x="1813" y="2023"/>
                    <a:pt x="1757" y="1967"/>
                  </a:cubicBezTo>
                  <a:cubicBezTo>
                    <a:pt x="1534" y="1967"/>
                    <a:pt x="1283" y="1939"/>
                    <a:pt x="1032" y="1939"/>
                  </a:cubicBezTo>
                  <a:cubicBezTo>
                    <a:pt x="475" y="1939"/>
                    <a:pt x="1" y="2413"/>
                    <a:pt x="29" y="2942"/>
                  </a:cubicBezTo>
                  <a:cubicBezTo>
                    <a:pt x="81" y="3493"/>
                    <a:pt x="577" y="3895"/>
                    <a:pt x="1145" y="3895"/>
                  </a:cubicBezTo>
                  <a:cubicBezTo>
                    <a:pt x="1182" y="3895"/>
                    <a:pt x="1218" y="3894"/>
                    <a:pt x="1255" y="3890"/>
                  </a:cubicBezTo>
                  <a:cubicBezTo>
                    <a:pt x="2286" y="3779"/>
                    <a:pt x="3346" y="3695"/>
                    <a:pt x="4377" y="3639"/>
                  </a:cubicBezTo>
                  <a:cubicBezTo>
                    <a:pt x="4405" y="3638"/>
                    <a:pt x="4432" y="3637"/>
                    <a:pt x="4459" y="3637"/>
                  </a:cubicBezTo>
                  <a:cubicBezTo>
                    <a:pt x="4912" y="3637"/>
                    <a:pt x="5195" y="3861"/>
                    <a:pt x="5353" y="4308"/>
                  </a:cubicBezTo>
                  <a:cubicBezTo>
                    <a:pt x="5631" y="5061"/>
                    <a:pt x="6189" y="5507"/>
                    <a:pt x="6969" y="5758"/>
                  </a:cubicBezTo>
                  <a:cubicBezTo>
                    <a:pt x="7572" y="5982"/>
                    <a:pt x="8184" y="6067"/>
                    <a:pt x="8801" y="6067"/>
                  </a:cubicBezTo>
                  <a:cubicBezTo>
                    <a:pt x="9184" y="6067"/>
                    <a:pt x="9568" y="6034"/>
                    <a:pt x="9952" y="5981"/>
                  </a:cubicBezTo>
                  <a:cubicBezTo>
                    <a:pt x="11039" y="5786"/>
                    <a:pt x="11931" y="5312"/>
                    <a:pt x="12405" y="4197"/>
                  </a:cubicBezTo>
                  <a:cubicBezTo>
                    <a:pt x="12561" y="3808"/>
                    <a:pt x="12885" y="3636"/>
                    <a:pt x="13287" y="3636"/>
                  </a:cubicBezTo>
                  <a:cubicBezTo>
                    <a:pt x="13318" y="3636"/>
                    <a:pt x="13349" y="3637"/>
                    <a:pt x="13381" y="3639"/>
                  </a:cubicBezTo>
                  <a:cubicBezTo>
                    <a:pt x="14384" y="3695"/>
                    <a:pt x="15388" y="3779"/>
                    <a:pt x="16419" y="3890"/>
                  </a:cubicBezTo>
                  <a:cubicBezTo>
                    <a:pt x="16512" y="3902"/>
                    <a:pt x="16603" y="3909"/>
                    <a:pt x="16691" y="3909"/>
                  </a:cubicBezTo>
                  <a:cubicBezTo>
                    <a:pt x="17028" y="3909"/>
                    <a:pt x="17318" y="3809"/>
                    <a:pt x="17451" y="3500"/>
                  </a:cubicBezTo>
                  <a:cubicBezTo>
                    <a:pt x="17590" y="3193"/>
                    <a:pt x="17618" y="2775"/>
                    <a:pt x="17534" y="2441"/>
                  </a:cubicBezTo>
                  <a:cubicBezTo>
                    <a:pt x="17339" y="2023"/>
                    <a:pt x="16921" y="1939"/>
                    <a:pt x="16475" y="1939"/>
                  </a:cubicBezTo>
                  <a:cubicBezTo>
                    <a:pt x="16099" y="1953"/>
                    <a:pt x="15722" y="1960"/>
                    <a:pt x="15346" y="1960"/>
                  </a:cubicBezTo>
                  <a:cubicBezTo>
                    <a:pt x="14970" y="1960"/>
                    <a:pt x="14593" y="1953"/>
                    <a:pt x="14217" y="1939"/>
                  </a:cubicBezTo>
                  <a:cubicBezTo>
                    <a:pt x="12879" y="1855"/>
                    <a:pt x="12517" y="1577"/>
                    <a:pt x="12266" y="601"/>
                  </a:cubicBezTo>
                  <a:cubicBezTo>
                    <a:pt x="12165" y="176"/>
                    <a:pt x="12049" y="1"/>
                    <a:pt x="11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-453604" y="4573599"/>
              <a:ext cx="852535" cy="292760"/>
            </a:xfrm>
            <a:custGeom>
              <a:rect b="b" l="l" r="r" t="t"/>
              <a:pathLst>
                <a:path extrusionOk="0" h="6050" w="17618">
                  <a:moveTo>
                    <a:pt x="11656" y="0"/>
                  </a:moveTo>
                  <a:cubicBezTo>
                    <a:pt x="11578" y="0"/>
                    <a:pt x="11492" y="14"/>
                    <a:pt x="11402" y="42"/>
                  </a:cubicBezTo>
                  <a:cubicBezTo>
                    <a:pt x="10510" y="321"/>
                    <a:pt x="9625" y="460"/>
                    <a:pt x="8747" y="460"/>
                  </a:cubicBezTo>
                  <a:cubicBezTo>
                    <a:pt x="7868" y="460"/>
                    <a:pt x="6997" y="321"/>
                    <a:pt x="6133" y="42"/>
                  </a:cubicBezTo>
                  <a:cubicBezTo>
                    <a:pt x="6052" y="15"/>
                    <a:pt x="5980" y="2"/>
                    <a:pt x="5916" y="2"/>
                  </a:cubicBezTo>
                  <a:cubicBezTo>
                    <a:pt x="5651" y="2"/>
                    <a:pt x="5521" y="213"/>
                    <a:pt x="5408" y="460"/>
                  </a:cubicBezTo>
                  <a:cubicBezTo>
                    <a:pt x="5297" y="739"/>
                    <a:pt x="5269" y="1045"/>
                    <a:pt x="5074" y="1268"/>
                  </a:cubicBezTo>
                  <a:cubicBezTo>
                    <a:pt x="4879" y="1491"/>
                    <a:pt x="4572" y="1770"/>
                    <a:pt x="4238" y="1826"/>
                  </a:cubicBezTo>
                  <a:cubicBezTo>
                    <a:pt x="3206" y="1910"/>
                    <a:pt x="2119" y="1965"/>
                    <a:pt x="1032" y="1965"/>
                  </a:cubicBezTo>
                  <a:cubicBezTo>
                    <a:pt x="447" y="1965"/>
                    <a:pt x="1" y="2300"/>
                    <a:pt x="1" y="2885"/>
                  </a:cubicBezTo>
                  <a:cubicBezTo>
                    <a:pt x="1" y="3490"/>
                    <a:pt x="422" y="3921"/>
                    <a:pt x="962" y="3921"/>
                  </a:cubicBezTo>
                  <a:cubicBezTo>
                    <a:pt x="994" y="3921"/>
                    <a:pt x="1027" y="3920"/>
                    <a:pt x="1060" y="3917"/>
                  </a:cubicBezTo>
                  <a:cubicBezTo>
                    <a:pt x="1924" y="3805"/>
                    <a:pt x="2732" y="3666"/>
                    <a:pt x="3624" y="3638"/>
                  </a:cubicBezTo>
                  <a:cubicBezTo>
                    <a:pt x="3767" y="3629"/>
                    <a:pt x="3899" y="3622"/>
                    <a:pt x="4022" y="3622"/>
                  </a:cubicBezTo>
                  <a:cubicBezTo>
                    <a:pt x="4643" y="3622"/>
                    <a:pt x="5027" y="3780"/>
                    <a:pt x="5353" y="4502"/>
                  </a:cubicBezTo>
                  <a:cubicBezTo>
                    <a:pt x="5631" y="5171"/>
                    <a:pt x="6189" y="5645"/>
                    <a:pt x="6914" y="5812"/>
                  </a:cubicBezTo>
                  <a:cubicBezTo>
                    <a:pt x="7555" y="5982"/>
                    <a:pt x="8184" y="6050"/>
                    <a:pt x="8827" y="6050"/>
                  </a:cubicBezTo>
                  <a:cubicBezTo>
                    <a:pt x="9133" y="6050"/>
                    <a:pt x="9442" y="6034"/>
                    <a:pt x="9757" y="6007"/>
                  </a:cubicBezTo>
                  <a:cubicBezTo>
                    <a:pt x="10928" y="5896"/>
                    <a:pt x="11820" y="5394"/>
                    <a:pt x="12322" y="4279"/>
                  </a:cubicBezTo>
                  <a:cubicBezTo>
                    <a:pt x="12461" y="4000"/>
                    <a:pt x="12851" y="3666"/>
                    <a:pt x="13102" y="3666"/>
                  </a:cubicBezTo>
                  <a:cubicBezTo>
                    <a:pt x="14189" y="3666"/>
                    <a:pt x="15248" y="3777"/>
                    <a:pt x="16336" y="3917"/>
                  </a:cubicBezTo>
                  <a:cubicBezTo>
                    <a:pt x="16420" y="3929"/>
                    <a:pt x="16501" y="3935"/>
                    <a:pt x="16580" y="3935"/>
                  </a:cubicBezTo>
                  <a:cubicBezTo>
                    <a:pt x="16866" y="3935"/>
                    <a:pt x="17114" y="3845"/>
                    <a:pt x="17311" y="3582"/>
                  </a:cubicBezTo>
                  <a:cubicBezTo>
                    <a:pt x="17590" y="3248"/>
                    <a:pt x="17618" y="2829"/>
                    <a:pt x="17395" y="2439"/>
                  </a:cubicBezTo>
                  <a:cubicBezTo>
                    <a:pt x="17172" y="2133"/>
                    <a:pt x="16865" y="1993"/>
                    <a:pt x="16447" y="1993"/>
                  </a:cubicBezTo>
                  <a:cubicBezTo>
                    <a:pt x="15667" y="1993"/>
                    <a:pt x="14942" y="1965"/>
                    <a:pt x="14189" y="1965"/>
                  </a:cubicBezTo>
                  <a:cubicBezTo>
                    <a:pt x="13102" y="1965"/>
                    <a:pt x="12294" y="1603"/>
                    <a:pt x="12099" y="376"/>
                  </a:cubicBezTo>
                  <a:cubicBezTo>
                    <a:pt x="12057" y="125"/>
                    <a:pt x="11889" y="0"/>
                    <a:pt x="116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-452249" y="2910710"/>
              <a:ext cx="859116" cy="292421"/>
            </a:xfrm>
            <a:custGeom>
              <a:rect b="b" l="l" r="r" t="t"/>
              <a:pathLst>
                <a:path extrusionOk="0" h="6043" w="17754">
                  <a:moveTo>
                    <a:pt x="11678" y="1"/>
                  </a:moveTo>
                  <a:cubicBezTo>
                    <a:pt x="11535" y="1"/>
                    <a:pt x="11356" y="44"/>
                    <a:pt x="11123" y="121"/>
                  </a:cubicBezTo>
                  <a:cubicBezTo>
                    <a:pt x="10340" y="355"/>
                    <a:pt x="9565" y="466"/>
                    <a:pt x="8792" y="466"/>
                  </a:cubicBezTo>
                  <a:cubicBezTo>
                    <a:pt x="7997" y="466"/>
                    <a:pt x="7204" y="348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5"/>
                    <a:pt x="5408" y="707"/>
                  </a:cubicBezTo>
                  <a:cubicBezTo>
                    <a:pt x="5213" y="1431"/>
                    <a:pt x="4767" y="1822"/>
                    <a:pt x="4070" y="1933"/>
                  </a:cubicBezTo>
                  <a:cubicBezTo>
                    <a:pt x="3457" y="1989"/>
                    <a:pt x="2816" y="2045"/>
                    <a:pt x="2203" y="2073"/>
                  </a:cubicBezTo>
                  <a:lnTo>
                    <a:pt x="2203" y="2045"/>
                  </a:lnTo>
                  <a:lnTo>
                    <a:pt x="1004" y="2045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59"/>
                    <a:pt x="574" y="3914"/>
                    <a:pt x="1111" y="3914"/>
                  </a:cubicBezTo>
                  <a:cubicBezTo>
                    <a:pt x="1131" y="3914"/>
                    <a:pt x="1151" y="3913"/>
                    <a:pt x="1171" y="3912"/>
                  </a:cubicBezTo>
                  <a:cubicBezTo>
                    <a:pt x="2203" y="3857"/>
                    <a:pt x="3234" y="3773"/>
                    <a:pt x="4293" y="3717"/>
                  </a:cubicBezTo>
                  <a:cubicBezTo>
                    <a:pt x="4341" y="3712"/>
                    <a:pt x="4388" y="3709"/>
                    <a:pt x="4433" y="3709"/>
                  </a:cubicBezTo>
                  <a:cubicBezTo>
                    <a:pt x="4838" y="3709"/>
                    <a:pt x="5146" y="3930"/>
                    <a:pt x="5297" y="4330"/>
                  </a:cubicBezTo>
                  <a:cubicBezTo>
                    <a:pt x="5631" y="5195"/>
                    <a:pt x="6328" y="5752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30"/>
                    <a:pt x="9868" y="6003"/>
                  </a:cubicBezTo>
                  <a:cubicBezTo>
                    <a:pt x="11011" y="5891"/>
                    <a:pt x="11959" y="5390"/>
                    <a:pt x="12405" y="4219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5"/>
                    <a:pt x="15471" y="3773"/>
                    <a:pt x="16531" y="3884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8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9"/>
                  </a:cubicBezTo>
                  <a:cubicBezTo>
                    <a:pt x="16399" y="1999"/>
                    <a:pt x="16210" y="2004"/>
                    <a:pt x="16021" y="2004"/>
                  </a:cubicBezTo>
                  <a:cubicBezTo>
                    <a:pt x="15198" y="2004"/>
                    <a:pt x="14364" y="1918"/>
                    <a:pt x="13548" y="1850"/>
                  </a:cubicBezTo>
                  <a:cubicBezTo>
                    <a:pt x="12823" y="1794"/>
                    <a:pt x="12461" y="1487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-452249" y="2493995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49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30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57"/>
                    <a:pt x="574" y="3912"/>
                    <a:pt x="1111" y="3912"/>
                  </a:cubicBezTo>
                  <a:cubicBezTo>
                    <a:pt x="1131" y="3912"/>
                    <a:pt x="1151" y="3912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41" y="3710"/>
                    <a:pt x="4388" y="3707"/>
                    <a:pt x="4433" y="3707"/>
                  </a:cubicBezTo>
                  <a:cubicBezTo>
                    <a:pt x="4838" y="3707"/>
                    <a:pt x="5146" y="3928"/>
                    <a:pt x="5297" y="4329"/>
                  </a:cubicBezTo>
                  <a:cubicBezTo>
                    <a:pt x="5631" y="5193"/>
                    <a:pt x="6328" y="5751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0"/>
                    <a:pt x="16734" y="3900"/>
                  </a:cubicBezTo>
                  <a:cubicBezTo>
                    <a:pt x="17137" y="3900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-452249" y="2079120"/>
              <a:ext cx="859116" cy="292518"/>
            </a:xfrm>
            <a:custGeom>
              <a:rect b="b" l="l" r="r" t="t"/>
              <a:pathLst>
                <a:path extrusionOk="0" h="6045" w="17754">
                  <a:moveTo>
                    <a:pt x="11671" y="1"/>
                  </a:moveTo>
                  <a:cubicBezTo>
                    <a:pt x="11530" y="1"/>
                    <a:pt x="11352" y="40"/>
                    <a:pt x="11123" y="108"/>
                  </a:cubicBezTo>
                  <a:cubicBezTo>
                    <a:pt x="10340" y="356"/>
                    <a:pt x="9563" y="474"/>
                    <a:pt x="8790" y="474"/>
                  </a:cubicBezTo>
                  <a:cubicBezTo>
                    <a:pt x="7995" y="474"/>
                    <a:pt x="7204" y="349"/>
                    <a:pt x="6412" y="108"/>
                  </a:cubicBezTo>
                  <a:cubicBezTo>
                    <a:pt x="6226" y="62"/>
                    <a:pt x="6079" y="35"/>
                    <a:pt x="5960" y="35"/>
                  </a:cubicBezTo>
                  <a:cubicBezTo>
                    <a:pt x="5650" y="35"/>
                    <a:pt x="5529" y="218"/>
                    <a:pt x="5408" y="722"/>
                  </a:cubicBezTo>
                  <a:cubicBezTo>
                    <a:pt x="5213" y="1446"/>
                    <a:pt x="4767" y="1837"/>
                    <a:pt x="4070" y="1920"/>
                  </a:cubicBezTo>
                  <a:cubicBezTo>
                    <a:pt x="3457" y="2004"/>
                    <a:pt x="2816" y="2032"/>
                    <a:pt x="2203" y="2087"/>
                  </a:cubicBezTo>
                  <a:lnTo>
                    <a:pt x="2203" y="2032"/>
                  </a:lnTo>
                  <a:lnTo>
                    <a:pt x="1004" y="2032"/>
                  </a:lnTo>
                  <a:cubicBezTo>
                    <a:pt x="447" y="2060"/>
                    <a:pt x="1" y="2533"/>
                    <a:pt x="28" y="3035"/>
                  </a:cubicBezTo>
                  <a:cubicBezTo>
                    <a:pt x="55" y="3547"/>
                    <a:pt x="577" y="3929"/>
                    <a:pt x="1115" y="3929"/>
                  </a:cubicBezTo>
                  <a:cubicBezTo>
                    <a:pt x="1134" y="3929"/>
                    <a:pt x="1153" y="3928"/>
                    <a:pt x="1171" y="3927"/>
                  </a:cubicBezTo>
                  <a:cubicBezTo>
                    <a:pt x="2203" y="3844"/>
                    <a:pt x="3234" y="3788"/>
                    <a:pt x="4293" y="3704"/>
                  </a:cubicBezTo>
                  <a:cubicBezTo>
                    <a:pt x="4323" y="3702"/>
                    <a:pt x="4352" y="3702"/>
                    <a:pt x="4380" y="3702"/>
                  </a:cubicBezTo>
                  <a:cubicBezTo>
                    <a:pt x="4811" y="3702"/>
                    <a:pt x="5140" y="3901"/>
                    <a:pt x="5297" y="4345"/>
                  </a:cubicBezTo>
                  <a:cubicBezTo>
                    <a:pt x="5631" y="5209"/>
                    <a:pt x="6328" y="5767"/>
                    <a:pt x="7248" y="5906"/>
                  </a:cubicBezTo>
                  <a:cubicBezTo>
                    <a:pt x="7839" y="6002"/>
                    <a:pt x="8429" y="6045"/>
                    <a:pt x="9029" y="6045"/>
                  </a:cubicBezTo>
                  <a:cubicBezTo>
                    <a:pt x="9306" y="6045"/>
                    <a:pt x="9586" y="6035"/>
                    <a:pt x="9868" y="6018"/>
                  </a:cubicBezTo>
                  <a:cubicBezTo>
                    <a:pt x="11011" y="5906"/>
                    <a:pt x="11959" y="5377"/>
                    <a:pt x="12405" y="4234"/>
                  </a:cubicBezTo>
                  <a:cubicBezTo>
                    <a:pt x="12560" y="3845"/>
                    <a:pt x="12884" y="3673"/>
                    <a:pt x="13265" y="3673"/>
                  </a:cubicBezTo>
                  <a:cubicBezTo>
                    <a:pt x="13294" y="3673"/>
                    <a:pt x="13323" y="3674"/>
                    <a:pt x="13353" y="3676"/>
                  </a:cubicBezTo>
                  <a:cubicBezTo>
                    <a:pt x="14384" y="3732"/>
                    <a:pt x="15471" y="3788"/>
                    <a:pt x="16531" y="3871"/>
                  </a:cubicBezTo>
                  <a:cubicBezTo>
                    <a:pt x="16601" y="3883"/>
                    <a:pt x="16669" y="3889"/>
                    <a:pt x="16734" y="3889"/>
                  </a:cubicBezTo>
                  <a:cubicBezTo>
                    <a:pt x="17137" y="3889"/>
                    <a:pt x="17442" y="3674"/>
                    <a:pt x="17562" y="3314"/>
                  </a:cubicBezTo>
                  <a:cubicBezTo>
                    <a:pt x="17754" y="2766"/>
                    <a:pt x="17461" y="2003"/>
                    <a:pt x="16631" y="2003"/>
                  </a:cubicBezTo>
                  <a:cubicBezTo>
                    <a:pt x="16616" y="2003"/>
                    <a:pt x="16601" y="2003"/>
                    <a:pt x="16586" y="2004"/>
                  </a:cubicBezTo>
                  <a:cubicBezTo>
                    <a:pt x="16478" y="2007"/>
                    <a:pt x="16369" y="2008"/>
                    <a:pt x="16260" y="2008"/>
                  </a:cubicBezTo>
                  <a:cubicBezTo>
                    <a:pt x="15360" y="2008"/>
                    <a:pt x="14443" y="1914"/>
                    <a:pt x="13548" y="1864"/>
                  </a:cubicBezTo>
                  <a:cubicBezTo>
                    <a:pt x="12823" y="1781"/>
                    <a:pt x="12461" y="1474"/>
                    <a:pt x="12266" y="749"/>
                  </a:cubicBezTo>
                  <a:cubicBezTo>
                    <a:pt x="12130" y="207"/>
                    <a:pt x="11994" y="1"/>
                    <a:pt x="116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-452249" y="1663083"/>
              <a:ext cx="859116" cy="292372"/>
            </a:xfrm>
            <a:custGeom>
              <a:rect b="b" l="l" r="r" t="t"/>
              <a:pathLst>
                <a:path extrusionOk="0" h="6042" w="17754">
                  <a:moveTo>
                    <a:pt x="11678" y="0"/>
                  </a:moveTo>
                  <a:cubicBezTo>
                    <a:pt x="11535" y="0"/>
                    <a:pt x="11356" y="43"/>
                    <a:pt x="11123" y="121"/>
                  </a:cubicBezTo>
                  <a:cubicBezTo>
                    <a:pt x="10340" y="354"/>
                    <a:pt x="9565" y="466"/>
                    <a:pt x="8792" y="466"/>
                  </a:cubicBezTo>
                  <a:cubicBezTo>
                    <a:pt x="7997" y="466"/>
                    <a:pt x="7204" y="347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4"/>
                    <a:pt x="5408" y="706"/>
                  </a:cubicBezTo>
                  <a:cubicBezTo>
                    <a:pt x="5213" y="1431"/>
                    <a:pt x="4767" y="1821"/>
                    <a:pt x="4070" y="1933"/>
                  </a:cubicBezTo>
                  <a:cubicBezTo>
                    <a:pt x="3457" y="1988"/>
                    <a:pt x="2816" y="2044"/>
                    <a:pt x="2203" y="2072"/>
                  </a:cubicBezTo>
                  <a:lnTo>
                    <a:pt x="2203" y="2016"/>
                  </a:lnTo>
                  <a:lnTo>
                    <a:pt x="1004" y="2016"/>
                  </a:lnTo>
                  <a:cubicBezTo>
                    <a:pt x="447" y="2072"/>
                    <a:pt x="1" y="2518"/>
                    <a:pt x="28" y="3048"/>
                  </a:cubicBezTo>
                  <a:cubicBezTo>
                    <a:pt x="55" y="3532"/>
                    <a:pt x="577" y="3913"/>
                    <a:pt x="1115" y="3913"/>
                  </a:cubicBezTo>
                  <a:cubicBezTo>
                    <a:pt x="1134" y="3913"/>
                    <a:pt x="1152" y="3913"/>
                    <a:pt x="1171" y="3912"/>
                  </a:cubicBezTo>
                  <a:cubicBezTo>
                    <a:pt x="2203" y="3856"/>
                    <a:pt x="3234" y="3772"/>
                    <a:pt x="4293" y="3717"/>
                  </a:cubicBezTo>
                  <a:cubicBezTo>
                    <a:pt x="4341" y="3711"/>
                    <a:pt x="4388" y="3708"/>
                    <a:pt x="4433" y="3708"/>
                  </a:cubicBezTo>
                  <a:cubicBezTo>
                    <a:pt x="4838" y="3708"/>
                    <a:pt x="5146" y="3929"/>
                    <a:pt x="5297" y="4330"/>
                  </a:cubicBezTo>
                  <a:cubicBezTo>
                    <a:pt x="5631" y="5194"/>
                    <a:pt x="6328" y="5751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29"/>
                    <a:pt x="9868" y="6002"/>
                  </a:cubicBezTo>
                  <a:cubicBezTo>
                    <a:pt x="11011" y="5891"/>
                    <a:pt x="11959" y="5389"/>
                    <a:pt x="12405" y="4218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587" y="3890"/>
                    <a:pt x="16641" y="3893"/>
                    <a:pt x="16695" y="3893"/>
                  </a:cubicBezTo>
                  <a:cubicBezTo>
                    <a:pt x="17116" y="3893"/>
                    <a:pt x="17438" y="3698"/>
                    <a:pt x="17562" y="3326"/>
                  </a:cubicBezTo>
                  <a:cubicBezTo>
                    <a:pt x="17754" y="2778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8"/>
                  </a:cubicBezTo>
                  <a:cubicBezTo>
                    <a:pt x="16399" y="1999"/>
                    <a:pt x="16210" y="2003"/>
                    <a:pt x="16021" y="2003"/>
                  </a:cubicBezTo>
                  <a:cubicBezTo>
                    <a:pt x="15198" y="2003"/>
                    <a:pt x="14364" y="1917"/>
                    <a:pt x="13548" y="1849"/>
                  </a:cubicBezTo>
                  <a:cubicBezTo>
                    <a:pt x="12823" y="1793"/>
                    <a:pt x="12461" y="1459"/>
                    <a:pt x="12266" y="734"/>
                  </a:cubicBezTo>
                  <a:cubicBezTo>
                    <a:pt x="12131" y="214"/>
                    <a:pt x="11996" y="0"/>
                    <a:pt x="116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-452249" y="1247675"/>
              <a:ext cx="859116" cy="292711"/>
            </a:xfrm>
            <a:custGeom>
              <a:rect b="b" l="l" r="r" t="t"/>
              <a:pathLst>
                <a:path extrusionOk="0" h="6049" w="17754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1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9"/>
                    <a:pt x="12405" y="4246"/>
                  </a:cubicBezTo>
                  <a:cubicBezTo>
                    <a:pt x="12560" y="3857"/>
                    <a:pt x="12884" y="3685"/>
                    <a:pt x="13265" y="3685"/>
                  </a:cubicBezTo>
                  <a:cubicBezTo>
                    <a:pt x="13294" y="3685"/>
                    <a:pt x="13323" y="3686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5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3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-452249" y="832170"/>
              <a:ext cx="859116" cy="291840"/>
            </a:xfrm>
            <a:custGeom>
              <a:rect b="b" l="l" r="r" t="t"/>
              <a:pathLst>
                <a:path extrusionOk="0" h="6031" w="17754">
                  <a:moveTo>
                    <a:pt x="11678" y="1"/>
                  </a:moveTo>
                  <a:cubicBezTo>
                    <a:pt x="11535" y="1"/>
                    <a:pt x="11356" y="44"/>
                    <a:pt x="11123" y="122"/>
                  </a:cubicBezTo>
                  <a:cubicBezTo>
                    <a:pt x="10340" y="355"/>
                    <a:pt x="9565" y="467"/>
                    <a:pt x="8792" y="467"/>
                  </a:cubicBezTo>
                  <a:cubicBezTo>
                    <a:pt x="7997" y="467"/>
                    <a:pt x="7204" y="348"/>
                    <a:pt x="6412" y="122"/>
                  </a:cubicBezTo>
                  <a:cubicBezTo>
                    <a:pt x="6213" y="64"/>
                    <a:pt x="6059" y="30"/>
                    <a:pt x="5935" y="30"/>
                  </a:cubicBezTo>
                  <a:cubicBezTo>
                    <a:pt x="5643" y="30"/>
                    <a:pt x="5526" y="217"/>
                    <a:pt x="5408" y="707"/>
                  </a:cubicBezTo>
                  <a:cubicBezTo>
                    <a:pt x="5213" y="1432"/>
                    <a:pt x="4767" y="1822"/>
                    <a:pt x="4070" y="1933"/>
                  </a:cubicBezTo>
                  <a:cubicBezTo>
                    <a:pt x="3457" y="1989"/>
                    <a:pt x="2816" y="2017"/>
                    <a:pt x="2203" y="2073"/>
                  </a:cubicBezTo>
                  <a:lnTo>
                    <a:pt x="2203" y="2017"/>
                  </a:lnTo>
                  <a:lnTo>
                    <a:pt x="1004" y="2017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33"/>
                    <a:pt x="577" y="3914"/>
                    <a:pt x="1115" y="3914"/>
                  </a:cubicBezTo>
                  <a:cubicBezTo>
                    <a:pt x="1134" y="3914"/>
                    <a:pt x="1152" y="3914"/>
                    <a:pt x="1171" y="3913"/>
                  </a:cubicBezTo>
                  <a:cubicBezTo>
                    <a:pt x="2203" y="3829"/>
                    <a:pt x="3234" y="3773"/>
                    <a:pt x="4293" y="3690"/>
                  </a:cubicBezTo>
                  <a:cubicBezTo>
                    <a:pt x="4320" y="3688"/>
                    <a:pt x="4346" y="3687"/>
                    <a:pt x="4372" y="3687"/>
                  </a:cubicBezTo>
                  <a:cubicBezTo>
                    <a:pt x="4807" y="3687"/>
                    <a:pt x="5139" y="3910"/>
                    <a:pt x="5297" y="4331"/>
                  </a:cubicBezTo>
                  <a:cubicBezTo>
                    <a:pt x="5631" y="5195"/>
                    <a:pt x="6328" y="5752"/>
                    <a:pt x="7248" y="5892"/>
                  </a:cubicBezTo>
                  <a:cubicBezTo>
                    <a:pt x="7839" y="5987"/>
                    <a:pt x="8429" y="6030"/>
                    <a:pt x="9029" y="6030"/>
                  </a:cubicBezTo>
                  <a:cubicBezTo>
                    <a:pt x="9306" y="6030"/>
                    <a:pt x="9586" y="6021"/>
                    <a:pt x="9868" y="6003"/>
                  </a:cubicBezTo>
                  <a:cubicBezTo>
                    <a:pt x="11011" y="5892"/>
                    <a:pt x="11959" y="5362"/>
                    <a:pt x="12405" y="4219"/>
                  </a:cubicBezTo>
                  <a:cubicBezTo>
                    <a:pt x="12560" y="3831"/>
                    <a:pt x="12884" y="3659"/>
                    <a:pt x="13265" y="3659"/>
                  </a:cubicBezTo>
                  <a:cubicBezTo>
                    <a:pt x="13294" y="3659"/>
                    <a:pt x="13323" y="3660"/>
                    <a:pt x="13353" y="3662"/>
                  </a:cubicBezTo>
                  <a:cubicBezTo>
                    <a:pt x="14384" y="3745"/>
                    <a:pt x="15471" y="3773"/>
                    <a:pt x="16531" y="3885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9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9"/>
                    <a:pt x="16586" y="1989"/>
                  </a:cubicBezTo>
                  <a:cubicBezTo>
                    <a:pt x="16452" y="1993"/>
                    <a:pt x="16317" y="1995"/>
                    <a:pt x="16182" y="1995"/>
                  </a:cubicBezTo>
                  <a:cubicBezTo>
                    <a:pt x="15307" y="1995"/>
                    <a:pt x="14417" y="1922"/>
                    <a:pt x="13548" y="1850"/>
                  </a:cubicBezTo>
                  <a:cubicBezTo>
                    <a:pt x="12823" y="1794"/>
                    <a:pt x="12461" y="1460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-452249" y="416811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-452249" y="-1"/>
              <a:ext cx="859116" cy="292760"/>
            </a:xfrm>
            <a:custGeom>
              <a:rect b="b" l="l" r="r" t="t"/>
              <a:pathLst>
                <a:path extrusionOk="0" h="6050" w="17754">
                  <a:moveTo>
                    <a:pt x="11674" y="1"/>
                  </a:moveTo>
                  <a:cubicBezTo>
                    <a:pt x="11532" y="1"/>
                    <a:pt x="11353" y="44"/>
                    <a:pt x="11123" y="121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1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4"/>
                    <a:pt x="5408" y="706"/>
                  </a:cubicBezTo>
                  <a:cubicBezTo>
                    <a:pt x="5213" y="1459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2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2"/>
                    <a:pt x="1" y="2518"/>
                    <a:pt x="28" y="3047"/>
                  </a:cubicBezTo>
                  <a:cubicBezTo>
                    <a:pt x="55" y="3543"/>
                    <a:pt x="545" y="3917"/>
                    <a:pt x="1065" y="3917"/>
                  </a:cubicBezTo>
                  <a:cubicBezTo>
                    <a:pt x="1100" y="3917"/>
                    <a:pt x="1136" y="3915"/>
                    <a:pt x="1171" y="3912"/>
                  </a:cubicBezTo>
                  <a:cubicBezTo>
                    <a:pt x="2203" y="3856"/>
                    <a:pt x="3234" y="3772"/>
                    <a:pt x="4293" y="3716"/>
                  </a:cubicBezTo>
                  <a:cubicBezTo>
                    <a:pt x="4323" y="3715"/>
                    <a:pt x="4352" y="3714"/>
                    <a:pt x="4381" y="3714"/>
                  </a:cubicBezTo>
                  <a:cubicBezTo>
                    <a:pt x="4812" y="3714"/>
                    <a:pt x="5140" y="3911"/>
                    <a:pt x="5297" y="4330"/>
                  </a:cubicBezTo>
                  <a:cubicBezTo>
                    <a:pt x="5631" y="5222"/>
                    <a:pt x="6328" y="5779"/>
                    <a:pt x="7248" y="5919"/>
                  </a:cubicBezTo>
                  <a:cubicBezTo>
                    <a:pt x="7788" y="6006"/>
                    <a:pt x="8328" y="6049"/>
                    <a:pt x="8875" y="6049"/>
                  </a:cubicBezTo>
                  <a:cubicBezTo>
                    <a:pt x="9203" y="6049"/>
                    <a:pt x="9534" y="6034"/>
                    <a:pt x="9868" y="6002"/>
                  </a:cubicBezTo>
                  <a:cubicBezTo>
                    <a:pt x="11011" y="5919"/>
                    <a:pt x="11959" y="5389"/>
                    <a:pt x="12405" y="4246"/>
                  </a:cubicBezTo>
                  <a:cubicBezTo>
                    <a:pt x="12554" y="3875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9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6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6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7"/>
                  </a:cubicBezTo>
                  <a:cubicBezTo>
                    <a:pt x="12823" y="1793"/>
                    <a:pt x="12461" y="1486"/>
                    <a:pt x="12266" y="762"/>
                  </a:cubicBezTo>
                  <a:cubicBezTo>
                    <a:pt x="12130" y="220"/>
                    <a:pt x="11995" y="1"/>
                    <a:pt x="116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-349716" y="4932539"/>
              <a:ext cx="639184" cy="232466"/>
            </a:xfrm>
            <a:custGeom>
              <a:rect b="b" l="l" r="r" t="t"/>
              <a:pathLst>
                <a:path extrusionOk="0" h="4804" w="13209">
                  <a:moveTo>
                    <a:pt x="8759" y="0"/>
                  </a:moveTo>
                  <a:cubicBezTo>
                    <a:pt x="8709" y="0"/>
                    <a:pt x="8651" y="13"/>
                    <a:pt x="8586" y="39"/>
                  </a:cubicBezTo>
                  <a:cubicBezTo>
                    <a:pt x="7958" y="262"/>
                    <a:pt x="7317" y="366"/>
                    <a:pt x="6673" y="366"/>
                  </a:cubicBezTo>
                  <a:cubicBezTo>
                    <a:pt x="6028" y="366"/>
                    <a:pt x="5380" y="262"/>
                    <a:pt x="4739" y="67"/>
                  </a:cubicBezTo>
                  <a:cubicBezTo>
                    <a:pt x="4625" y="26"/>
                    <a:pt x="4538" y="4"/>
                    <a:pt x="4468" y="4"/>
                  </a:cubicBezTo>
                  <a:cubicBezTo>
                    <a:pt x="4298" y="4"/>
                    <a:pt x="4233" y="133"/>
                    <a:pt x="4153" y="429"/>
                  </a:cubicBezTo>
                  <a:cubicBezTo>
                    <a:pt x="3986" y="1014"/>
                    <a:pt x="3707" y="1516"/>
                    <a:pt x="3011" y="1516"/>
                  </a:cubicBezTo>
                  <a:cubicBezTo>
                    <a:pt x="2258" y="1544"/>
                    <a:pt x="1561" y="1600"/>
                    <a:pt x="836" y="1655"/>
                  </a:cubicBezTo>
                  <a:cubicBezTo>
                    <a:pt x="836" y="1572"/>
                    <a:pt x="808" y="1544"/>
                    <a:pt x="781" y="1460"/>
                  </a:cubicBezTo>
                  <a:cubicBezTo>
                    <a:pt x="558" y="1600"/>
                    <a:pt x="307" y="1711"/>
                    <a:pt x="223" y="1878"/>
                  </a:cubicBezTo>
                  <a:cubicBezTo>
                    <a:pt x="0" y="2213"/>
                    <a:pt x="0" y="2575"/>
                    <a:pt x="279" y="2826"/>
                  </a:cubicBezTo>
                  <a:cubicBezTo>
                    <a:pt x="446" y="2993"/>
                    <a:pt x="725" y="3077"/>
                    <a:pt x="948" y="3077"/>
                  </a:cubicBezTo>
                  <a:cubicBezTo>
                    <a:pt x="1673" y="3049"/>
                    <a:pt x="2369" y="2938"/>
                    <a:pt x="3094" y="2854"/>
                  </a:cubicBezTo>
                  <a:cubicBezTo>
                    <a:pt x="3119" y="2853"/>
                    <a:pt x="3144" y="2852"/>
                    <a:pt x="3168" y="2852"/>
                  </a:cubicBezTo>
                  <a:cubicBezTo>
                    <a:pt x="3624" y="2852"/>
                    <a:pt x="3883" y="3100"/>
                    <a:pt x="4042" y="3523"/>
                  </a:cubicBezTo>
                  <a:cubicBezTo>
                    <a:pt x="4265" y="3997"/>
                    <a:pt x="4572" y="4359"/>
                    <a:pt x="5073" y="4527"/>
                  </a:cubicBezTo>
                  <a:cubicBezTo>
                    <a:pt x="5569" y="4717"/>
                    <a:pt x="6077" y="4803"/>
                    <a:pt x="6598" y="4803"/>
                  </a:cubicBezTo>
                  <a:cubicBezTo>
                    <a:pt x="6840" y="4803"/>
                    <a:pt x="7084" y="4785"/>
                    <a:pt x="7331" y="4750"/>
                  </a:cubicBezTo>
                  <a:cubicBezTo>
                    <a:pt x="8223" y="4638"/>
                    <a:pt x="8892" y="4248"/>
                    <a:pt x="9255" y="3356"/>
                  </a:cubicBezTo>
                  <a:cubicBezTo>
                    <a:pt x="9384" y="3019"/>
                    <a:pt x="9586" y="2851"/>
                    <a:pt x="9904" y="2851"/>
                  </a:cubicBezTo>
                  <a:cubicBezTo>
                    <a:pt x="9928" y="2851"/>
                    <a:pt x="9954" y="2852"/>
                    <a:pt x="9979" y="2854"/>
                  </a:cubicBezTo>
                  <a:cubicBezTo>
                    <a:pt x="10732" y="2938"/>
                    <a:pt x="11513" y="3049"/>
                    <a:pt x="12265" y="3105"/>
                  </a:cubicBezTo>
                  <a:cubicBezTo>
                    <a:pt x="12280" y="3106"/>
                    <a:pt x="12295" y="3106"/>
                    <a:pt x="12310" y="3106"/>
                  </a:cubicBezTo>
                  <a:cubicBezTo>
                    <a:pt x="12793" y="3106"/>
                    <a:pt x="13209" y="2670"/>
                    <a:pt x="13074" y="2129"/>
                  </a:cubicBezTo>
                  <a:cubicBezTo>
                    <a:pt x="12934" y="1683"/>
                    <a:pt x="12655" y="1572"/>
                    <a:pt x="12182" y="1572"/>
                  </a:cubicBezTo>
                  <a:cubicBezTo>
                    <a:pt x="11429" y="1572"/>
                    <a:pt x="10676" y="1572"/>
                    <a:pt x="9952" y="1460"/>
                  </a:cubicBezTo>
                  <a:cubicBezTo>
                    <a:pt x="9366" y="1405"/>
                    <a:pt x="9171" y="875"/>
                    <a:pt x="9060" y="345"/>
                  </a:cubicBezTo>
                  <a:cubicBezTo>
                    <a:pt x="9017" y="132"/>
                    <a:pt x="8925" y="0"/>
                    <a:pt x="8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8"/>
          <p:cNvGrpSpPr/>
          <p:nvPr/>
        </p:nvGrpSpPr>
        <p:grpSpPr>
          <a:xfrm flipH="1">
            <a:off x="713232" y="-773054"/>
            <a:ext cx="1546086" cy="1546118"/>
            <a:chOff x="7339425" y="1867300"/>
            <a:chExt cx="1188200" cy="1188225"/>
          </a:xfrm>
        </p:grpSpPr>
        <p:sp>
          <p:nvSpPr>
            <p:cNvPr id="133" name="Google Shape;133;p18"/>
            <p:cNvSpPr/>
            <p:nvPr/>
          </p:nvSpPr>
          <p:spPr>
            <a:xfrm>
              <a:off x="7339425" y="1867300"/>
              <a:ext cx="1188200" cy="1188225"/>
            </a:xfrm>
            <a:custGeom>
              <a:rect b="b" l="l" r="r" t="t"/>
              <a:pathLst>
                <a:path extrusionOk="0" h="47529" w="47528">
                  <a:moveTo>
                    <a:pt x="23778" y="1"/>
                  </a:moveTo>
                  <a:cubicBezTo>
                    <a:pt x="10649" y="1"/>
                    <a:pt x="0" y="10621"/>
                    <a:pt x="0" y="23751"/>
                  </a:cubicBezTo>
                  <a:cubicBezTo>
                    <a:pt x="0" y="36880"/>
                    <a:pt x="10649" y="47528"/>
                    <a:pt x="23778" y="47528"/>
                  </a:cubicBezTo>
                  <a:cubicBezTo>
                    <a:pt x="36907" y="47528"/>
                    <a:pt x="47528" y="36880"/>
                    <a:pt x="47528" y="23751"/>
                  </a:cubicBezTo>
                  <a:cubicBezTo>
                    <a:pt x="47528" y="10621"/>
                    <a:pt x="36907" y="1"/>
                    <a:pt x="23778" y="1"/>
                  </a:cubicBezTo>
                  <a:close/>
                </a:path>
              </a:pathLst>
            </a:custGeom>
            <a:solidFill>
              <a:srgbClr val="5785A8">
                <a:alpha val="1843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7519225" y="2046400"/>
              <a:ext cx="829300" cy="829325"/>
            </a:xfrm>
            <a:custGeom>
              <a:rect b="b" l="l" r="r" t="t"/>
              <a:pathLst>
                <a:path extrusionOk="0" h="33173" w="33172">
                  <a:moveTo>
                    <a:pt x="16586" y="1"/>
                  </a:moveTo>
                  <a:cubicBezTo>
                    <a:pt x="7415" y="1"/>
                    <a:pt x="0" y="7444"/>
                    <a:pt x="0" y="16587"/>
                  </a:cubicBezTo>
                  <a:cubicBezTo>
                    <a:pt x="0" y="25758"/>
                    <a:pt x="7415" y="33172"/>
                    <a:pt x="16586" y="33172"/>
                  </a:cubicBezTo>
                  <a:cubicBezTo>
                    <a:pt x="25729" y="33172"/>
                    <a:pt x="33172" y="25758"/>
                    <a:pt x="33172" y="16587"/>
                  </a:cubicBezTo>
                  <a:cubicBezTo>
                    <a:pt x="33172" y="7444"/>
                    <a:pt x="25729" y="1"/>
                    <a:pt x="16586" y="1"/>
                  </a:cubicBezTo>
                  <a:close/>
                </a:path>
              </a:pathLst>
            </a:custGeom>
            <a:solidFill>
              <a:srgbClr val="5785A8">
                <a:alpha val="345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7670450" y="2198325"/>
              <a:ext cx="526150" cy="526175"/>
            </a:xfrm>
            <a:custGeom>
              <a:rect b="b" l="l" r="r" t="t"/>
              <a:pathLst>
                <a:path extrusionOk="0" h="21047" w="21046">
                  <a:moveTo>
                    <a:pt x="10537" y="1"/>
                  </a:moveTo>
                  <a:cubicBezTo>
                    <a:pt x="4711" y="1"/>
                    <a:pt x="0" y="4712"/>
                    <a:pt x="0" y="10510"/>
                  </a:cubicBezTo>
                  <a:cubicBezTo>
                    <a:pt x="0" y="16336"/>
                    <a:pt x="4711" y="21047"/>
                    <a:pt x="10537" y="21047"/>
                  </a:cubicBezTo>
                  <a:cubicBezTo>
                    <a:pt x="16335" y="21047"/>
                    <a:pt x="21046" y="16336"/>
                    <a:pt x="21046" y="10510"/>
                  </a:cubicBezTo>
                  <a:cubicBezTo>
                    <a:pt x="21046" y="4712"/>
                    <a:pt x="16335" y="1"/>
                    <a:pt x="105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" name="Google Shape;136;p18"/>
          <p:cNvGrpSpPr/>
          <p:nvPr/>
        </p:nvGrpSpPr>
        <p:grpSpPr>
          <a:xfrm flipH="1">
            <a:off x="6884682" y="4370436"/>
            <a:ext cx="1546086" cy="1546118"/>
            <a:chOff x="7339425" y="1867300"/>
            <a:chExt cx="1188200" cy="1188225"/>
          </a:xfrm>
        </p:grpSpPr>
        <p:sp>
          <p:nvSpPr>
            <p:cNvPr id="137" name="Google Shape;137;p18"/>
            <p:cNvSpPr/>
            <p:nvPr/>
          </p:nvSpPr>
          <p:spPr>
            <a:xfrm>
              <a:off x="7339425" y="1867300"/>
              <a:ext cx="1188200" cy="1188225"/>
            </a:xfrm>
            <a:custGeom>
              <a:rect b="b" l="l" r="r" t="t"/>
              <a:pathLst>
                <a:path extrusionOk="0" h="47529" w="47528">
                  <a:moveTo>
                    <a:pt x="23778" y="1"/>
                  </a:moveTo>
                  <a:cubicBezTo>
                    <a:pt x="10649" y="1"/>
                    <a:pt x="0" y="10621"/>
                    <a:pt x="0" y="23751"/>
                  </a:cubicBezTo>
                  <a:cubicBezTo>
                    <a:pt x="0" y="36880"/>
                    <a:pt x="10649" y="47528"/>
                    <a:pt x="23778" y="47528"/>
                  </a:cubicBezTo>
                  <a:cubicBezTo>
                    <a:pt x="36907" y="47528"/>
                    <a:pt x="47528" y="36880"/>
                    <a:pt x="47528" y="23751"/>
                  </a:cubicBezTo>
                  <a:cubicBezTo>
                    <a:pt x="47528" y="10621"/>
                    <a:pt x="36907" y="1"/>
                    <a:pt x="23778" y="1"/>
                  </a:cubicBezTo>
                  <a:close/>
                </a:path>
              </a:pathLst>
            </a:custGeom>
            <a:solidFill>
              <a:srgbClr val="5785A8">
                <a:alpha val="1843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8"/>
            <p:cNvSpPr/>
            <p:nvPr/>
          </p:nvSpPr>
          <p:spPr>
            <a:xfrm>
              <a:off x="7519225" y="2046400"/>
              <a:ext cx="829300" cy="829325"/>
            </a:xfrm>
            <a:custGeom>
              <a:rect b="b" l="l" r="r" t="t"/>
              <a:pathLst>
                <a:path extrusionOk="0" h="33173" w="33172">
                  <a:moveTo>
                    <a:pt x="16586" y="1"/>
                  </a:moveTo>
                  <a:cubicBezTo>
                    <a:pt x="7415" y="1"/>
                    <a:pt x="0" y="7444"/>
                    <a:pt x="0" y="16587"/>
                  </a:cubicBezTo>
                  <a:cubicBezTo>
                    <a:pt x="0" y="25758"/>
                    <a:pt x="7415" y="33172"/>
                    <a:pt x="16586" y="33172"/>
                  </a:cubicBezTo>
                  <a:cubicBezTo>
                    <a:pt x="25729" y="33172"/>
                    <a:pt x="33172" y="25758"/>
                    <a:pt x="33172" y="16587"/>
                  </a:cubicBezTo>
                  <a:cubicBezTo>
                    <a:pt x="33172" y="7444"/>
                    <a:pt x="25729" y="1"/>
                    <a:pt x="16586" y="1"/>
                  </a:cubicBezTo>
                  <a:close/>
                </a:path>
              </a:pathLst>
            </a:custGeom>
            <a:solidFill>
              <a:srgbClr val="5785A8">
                <a:alpha val="345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8"/>
            <p:cNvSpPr/>
            <p:nvPr/>
          </p:nvSpPr>
          <p:spPr>
            <a:xfrm>
              <a:off x="7670450" y="2198325"/>
              <a:ext cx="526150" cy="526175"/>
            </a:xfrm>
            <a:custGeom>
              <a:rect b="b" l="l" r="r" t="t"/>
              <a:pathLst>
                <a:path extrusionOk="0" h="21047" w="21046">
                  <a:moveTo>
                    <a:pt x="10537" y="1"/>
                  </a:moveTo>
                  <a:cubicBezTo>
                    <a:pt x="4711" y="1"/>
                    <a:pt x="0" y="4712"/>
                    <a:pt x="0" y="10510"/>
                  </a:cubicBezTo>
                  <a:cubicBezTo>
                    <a:pt x="0" y="16336"/>
                    <a:pt x="4711" y="21047"/>
                    <a:pt x="10537" y="21047"/>
                  </a:cubicBezTo>
                  <a:cubicBezTo>
                    <a:pt x="16335" y="21047"/>
                    <a:pt x="21046" y="16336"/>
                    <a:pt x="21046" y="10510"/>
                  </a:cubicBezTo>
                  <a:cubicBezTo>
                    <a:pt x="21046" y="4712"/>
                    <a:pt x="16335" y="1"/>
                    <a:pt x="105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" name="Google Shape;140;p18"/>
          <p:cNvGrpSpPr/>
          <p:nvPr/>
        </p:nvGrpSpPr>
        <p:grpSpPr>
          <a:xfrm>
            <a:off x="-454483" y="-10753"/>
            <a:ext cx="865842" cy="5165006"/>
            <a:chOff x="-458975" y="-1"/>
            <a:chExt cx="865842" cy="5165006"/>
          </a:xfrm>
        </p:grpSpPr>
        <p:sp>
          <p:nvSpPr>
            <p:cNvPr id="141" name="Google Shape;141;p18"/>
            <p:cNvSpPr/>
            <p:nvPr/>
          </p:nvSpPr>
          <p:spPr>
            <a:xfrm>
              <a:off x="-458975" y="3326988"/>
              <a:ext cx="855245" cy="295131"/>
            </a:xfrm>
            <a:custGeom>
              <a:rect b="b" l="l" r="r" t="t"/>
              <a:pathLst>
                <a:path extrusionOk="0" h="6099" w="17674">
                  <a:moveTo>
                    <a:pt x="11736" y="1"/>
                  </a:moveTo>
                  <a:cubicBezTo>
                    <a:pt x="11619" y="1"/>
                    <a:pt x="11474" y="28"/>
                    <a:pt x="11290" y="76"/>
                  </a:cubicBezTo>
                  <a:cubicBezTo>
                    <a:pt x="10457" y="334"/>
                    <a:pt x="9633" y="460"/>
                    <a:pt x="8808" y="460"/>
                  </a:cubicBezTo>
                  <a:cubicBezTo>
                    <a:pt x="8030" y="460"/>
                    <a:pt x="7252" y="348"/>
                    <a:pt x="6467" y="132"/>
                  </a:cubicBezTo>
                  <a:cubicBezTo>
                    <a:pt x="6226" y="57"/>
                    <a:pt x="6052" y="11"/>
                    <a:pt x="5921" y="11"/>
                  </a:cubicBezTo>
                  <a:cubicBezTo>
                    <a:pt x="5659" y="11"/>
                    <a:pt x="5566" y="197"/>
                    <a:pt x="5436" y="717"/>
                  </a:cubicBezTo>
                  <a:cubicBezTo>
                    <a:pt x="5296" y="1275"/>
                    <a:pt x="5046" y="1749"/>
                    <a:pt x="4460" y="1832"/>
                  </a:cubicBezTo>
                  <a:cubicBezTo>
                    <a:pt x="3401" y="1944"/>
                    <a:pt x="2342" y="1972"/>
                    <a:pt x="1282" y="1972"/>
                  </a:cubicBezTo>
                  <a:cubicBezTo>
                    <a:pt x="864" y="1972"/>
                    <a:pt x="474" y="2027"/>
                    <a:pt x="251" y="2390"/>
                  </a:cubicBezTo>
                  <a:cubicBezTo>
                    <a:pt x="0" y="2724"/>
                    <a:pt x="0" y="3142"/>
                    <a:pt x="251" y="3505"/>
                  </a:cubicBezTo>
                  <a:cubicBezTo>
                    <a:pt x="452" y="3807"/>
                    <a:pt x="767" y="3927"/>
                    <a:pt x="1155" y="3927"/>
                  </a:cubicBezTo>
                  <a:cubicBezTo>
                    <a:pt x="1197" y="3927"/>
                    <a:pt x="1239" y="3926"/>
                    <a:pt x="1282" y="3923"/>
                  </a:cubicBezTo>
                  <a:cubicBezTo>
                    <a:pt x="2258" y="3811"/>
                    <a:pt x="3234" y="3728"/>
                    <a:pt x="4209" y="3672"/>
                  </a:cubicBezTo>
                  <a:cubicBezTo>
                    <a:pt x="4239" y="3671"/>
                    <a:pt x="4267" y="3670"/>
                    <a:pt x="4295" y="3670"/>
                  </a:cubicBezTo>
                  <a:cubicBezTo>
                    <a:pt x="4881" y="3670"/>
                    <a:pt x="5195" y="3946"/>
                    <a:pt x="5408" y="4425"/>
                  </a:cubicBezTo>
                  <a:cubicBezTo>
                    <a:pt x="5715" y="5094"/>
                    <a:pt x="6244" y="5567"/>
                    <a:pt x="6941" y="5790"/>
                  </a:cubicBezTo>
                  <a:cubicBezTo>
                    <a:pt x="7576" y="6002"/>
                    <a:pt x="8227" y="6099"/>
                    <a:pt x="8880" y="6099"/>
                  </a:cubicBezTo>
                  <a:cubicBezTo>
                    <a:pt x="9433" y="6099"/>
                    <a:pt x="9988" y="6030"/>
                    <a:pt x="10537" y="5902"/>
                  </a:cubicBezTo>
                  <a:cubicBezTo>
                    <a:pt x="11290" y="5735"/>
                    <a:pt x="11959" y="5317"/>
                    <a:pt x="12265" y="4536"/>
                  </a:cubicBezTo>
                  <a:cubicBezTo>
                    <a:pt x="12516" y="3960"/>
                    <a:pt x="12879" y="3631"/>
                    <a:pt x="13456" y="3631"/>
                  </a:cubicBezTo>
                  <a:cubicBezTo>
                    <a:pt x="13521" y="3631"/>
                    <a:pt x="13588" y="3636"/>
                    <a:pt x="13659" y="3644"/>
                  </a:cubicBezTo>
                  <a:cubicBezTo>
                    <a:pt x="14607" y="3700"/>
                    <a:pt x="15555" y="3811"/>
                    <a:pt x="16419" y="3895"/>
                  </a:cubicBezTo>
                  <a:cubicBezTo>
                    <a:pt x="16455" y="3897"/>
                    <a:pt x="16491" y="3898"/>
                    <a:pt x="16527" y="3898"/>
                  </a:cubicBezTo>
                  <a:cubicBezTo>
                    <a:pt x="16923" y="3898"/>
                    <a:pt x="17245" y="3754"/>
                    <a:pt x="17450" y="3421"/>
                  </a:cubicBezTo>
                  <a:cubicBezTo>
                    <a:pt x="17673" y="3087"/>
                    <a:pt x="17673" y="2696"/>
                    <a:pt x="17422" y="2362"/>
                  </a:cubicBezTo>
                  <a:cubicBezTo>
                    <a:pt x="17171" y="2027"/>
                    <a:pt x="16837" y="1944"/>
                    <a:pt x="16419" y="1944"/>
                  </a:cubicBezTo>
                  <a:cubicBezTo>
                    <a:pt x="15499" y="1944"/>
                    <a:pt x="14551" y="1888"/>
                    <a:pt x="13631" y="1860"/>
                  </a:cubicBezTo>
                  <a:cubicBezTo>
                    <a:pt x="12823" y="1832"/>
                    <a:pt x="12405" y="1386"/>
                    <a:pt x="12237" y="606"/>
                  </a:cubicBezTo>
                  <a:cubicBezTo>
                    <a:pt x="12138" y="169"/>
                    <a:pt x="12025" y="1"/>
                    <a:pt x="11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-458975" y="3731654"/>
              <a:ext cx="857906" cy="297308"/>
            </a:xfrm>
            <a:custGeom>
              <a:rect b="b" l="l" r="r" t="t"/>
              <a:pathLst>
                <a:path extrusionOk="0" h="6144" w="17729">
                  <a:moveTo>
                    <a:pt x="11714" y="1"/>
                  </a:moveTo>
                  <a:cubicBezTo>
                    <a:pt x="11637" y="1"/>
                    <a:pt x="11551" y="16"/>
                    <a:pt x="11457" y="48"/>
                  </a:cubicBezTo>
                  <a:cubicBezTo>
                    <a:pt x="10582" y="330"/>
                    <a:pt x="9700" y="476"/>
                    <a:pt x="8819" y="476"/>
                  </a:cubicBezTo>
                  <a:cubicBezTo>
                    <a:pt x="7958" y="476"/>
                    <a:pt x="7098" y="337"/>
                    <a:pt x="6244" y="48"/>
                  </a:cubicBezTo>
                  <a:cubicBezTo>
                    <a:pt x="6162" y="22"/>
                    <a:pt x="6088" y="10"/>
                    <a:pt x="6021" y="10"/>
                  </a:cubicBezTo>
                  <a:cubicBezTo>
                    <a:pt x="5796" y="10"/>
                    <a:pt x="5655" y="152"/>
                    <a:pt x="5547" y="410"/>
                  </a:cubicBezTo>
                  <a:cubicBezTo>
                    <a:pt x="5464" y="577"/>
                    <a:pt x="5436" y="772"/>
                    <a:pt x="5380" y="968"/>
                  </a:cubicBezTo>
                  <a:cubicBezTo>
                    <a:pt x="5185" y="1441"/>
                    <a:pt x="4878" y="1832"/>
                    <a:pt x="4349" y="1860"/>
                  </a:cubicBezTo>
                  <a:cubicBezTo>
                    <a:pt x="3345" y="1943"/>
                    <a:pt x="2314" y="1971"/>
                    <a:pt x="1255" y="1999"/>
                  </a:cubicBezTo>
                  <a:cubicBezTo>
                    <a:pt x="809" y="1999"/>
                    <a:pt x="446" y="2083"/>
                    <a:pt x="195" y="2445"/>
                  </a:cubicBezTo>
                  <a:cubicBezTo>
                    <a:pt x="0" y="2807"/>
                    <a:pt x="0" y="3198"/>
                    <a:pt x="251" y="3532"/>
                  </a:cubicBezTo>
                  <a:cubicBezTo>
                    <a:pt x="473" y="3842"/>
                    <a:pt x="747" y="3976"/>
                    <a:pt x="1088" y="3976"/>
                  </a:cubicBezTo>
                  <a:cubicBezTo>
                    <a:pt x="1176" y="3976"/>
                    <a:pt x="1269" y="3967"/>
                    <a:pt x="1366" y="3950"/>
                  </a:cubicBezTo>
                  <a:cubicBezTo>
                    <a:pt x="2230" y="3839"/>
                    <a:pt x="3122" y="3783"/>
                    <a:pt x="4014" y="3671"/>
                  </a:cubicBezTo>
                  <a:cubicBezTo>
                    <a:pt x="4101" y="3658"/>
                    <a:pt x="4184" y="3652"/>
                    <a:pt x="4263" y="3652"/>
                  </a:cubicBezTo>
                  <a:cubicBezTo>
                    <a:pt x="4843" y="3652"/>
                    <a:pt x="5218" y="4006"/>
                    <a:pt x="5464" y="4619"/>
                  </a:cubicBezTo>
                  <a:cubicBezTo>
                    <a:pt x="5742" y="5205"/>
                    <a:pt x="6244" y="5623"/>
                    <a:pt x="6857" y="5846"/>
                  </a:cubicBezTo>
                  <a:cubicBezTo>
                    <a:pt x="7485" y="6055"/>
                    <a:pt x="8121" y="6143"/>
                    <a:pt x="8766" y="6143"/>
                  </a:cubicBezTo>
                  <a:cubicBezTo>
                    <a:pt x="9240" y="6143"/>
                    <a:pt x="9719" y="6096"/>
                    <a:pt x="10203" y="6013"/>
                  </a:cubicBezTo>
                  <a:cubicBezTo>
                    <a:pt x="11262" y="5846"/>
                    <a:pt x="12014" y="5316"/>
                    <a:pt x="12433" y="4313"/>
                  </a:cubicBezTo>
                  <a:cubicBezTo>
                    <a:pt x="12564" y="3918"/>
                    <a:pt x="12894" y="3697"/>
                    <a:pt x="13306" y="3697"/>
                  </a:cubicBezTo>
                  <a:cubicBezTo>
                    <a:pt x="13331" y="3697"/>
                    <a:pt x="13355" y="3698"/>
                    <a:pt x="13380" y="3699"/>
                  </a:cubicBezTo>
                  <a:cubicBezTo>
                    <a:pt x="14384" y="3783"/>
                    <a:pt x="15415" y="3839"/>
                    <a:pt x="16419" y="3950"/>
                  </a:cubicBezTo>
                  <a:cubicBezTo>
                    <a:pt x="16510" y="3967"/>
                    <a:pt x="16599" y="3976"/>
                    <a:pt x="16686" y="3976"/>
                  </a:cubicBezTo>
                  <a:cubicBezTo>
                    <a:pt x="17019" y="3976"/>
                    <a:pt x="17306" y="3842"/>
                    <a:pt x="17506" y="3532"/>
                  </a:cubicBezTo>
                  <a:cubicBezTo>
                    <a:pt x="17729" y="3198"/>
                    <a:pt x="17729" y="2807"/>
                    <a:pt x="17506" y="2445"/>
                  </a:cubicBezTo>
                  <a:cubicBezTo>
                    <a:pt x="17227" y="2083"/>
                    <a:pt x="16865" y="1999"/>
                    <a:pt x="16419" y="1999"/>
                  </a:cubicBezTo>
                  <a:cubicBezTo>
                    <a:pt x="15332" y="1999"/>
                    <a:pt x="14300" y="1971"/>
                    <a:pt x="13241" y="1832"/>
                  </a:cubicBezTo>
                  <a:cubicBezTo>
                    <a:pt x="12572" y="1720"/>
                    <a:pt x="12377" y="1163"/>
                    <a:pt x="12237" y="577"/>
                  </a:cubicBezTo>
                  <a:cubicBezTo>
                    <a:pt x="12151" y="188"/>
                    <a:pt x="11981" y="1"/>
                    <a:pt x="117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-453604" y="4156740"/>
              <a:ext cx="852535" cy="293631"/>
            </a:xfrm>
            <a:custGeom>
              <a:rect b="b" l="l" r="r" t="t"/>
              <a:pathLst>
                <a:path extrusionOk="0" h="6068" w="17618">
                  <a:moveTo>
                    <a:pt x="11747" y="1"/>
                  </a:moveTo>
                  <a:cubicBezTo>
                    <a:pt x="11634" y="1"/>
                    <a:pt x="11494" y="26"/>
                    <a:pt x="11318" y="71"/>
                  </a:cubicBezTo>
                  <a:cubicBezTo>
                    <a:pt x="10500" y="330"/>
                    <a:pt x="9675" y="455"/>
                    <a:pt x="8850" y="455"/>
                  </a:cubicBezTo>
                  <a:cubicBezTo>
                    <a:pt x="8072" y="455"/>
                    <a:pt x="7295" y="343"/>
                    <a:pt x="6523" y="127"/>
                  </a:cubicBezTo>
                  <a:cubicBezTo>
                    <a:pt x="6273" y="53"/>
                    <a:pt x="6093" y="6"/>
                    <a:pt x="5958" y="6"/>
                  </a:cubicBezTo>
                  <a:cubicBezTo>
                    <a:pt x="5687" y="6"/>
                    <a:pt x="5594" y="192"/>
                    <a:pt x="5464" y="712"/>
                  </a:cubicBezTo>
                  <a:cubicBezTo>
                    <a:pt x="5325" y="1270"/>
                    <a:pt x="5018" y="1744"/>
                    <a:pt x="4377" y="1827"/>
                  </a:cubicBezTo>
                  <a:cubicBezTo>
                    <a:pt x="3513" y="1939"/>
                    <a:pt x="2677" y="1995"/>
                    <a:pt x="1813" y="2078"/>
                  </a:cubicBezTo>
                  <a:cubicBezTo>
                    <a:pt x="1813" y="2023"/>
                    <a:pt x="1813" y="2023"/>
                    <a:pt x="1757" y="1967"/>
                  </a:cubicBezTo>
                  <a:cubicBezTo>
                    <a:pt x="1534" y="1967"/>
                    <a:pt x="1283" y="1939"/>
                    <a:pt x="1032" y="1939"/>
                  </a:cubicBezTo>
                  <a:cubicBezTo>
                    <a:pt x="475" y="1939"/>
                    <a:pt x="1" y="2413"/>
                    <a:pt x="29" y="2942"/>
                  </a:cubicBezTo>
                  <a:cubicBezTo>
                    <a:pt x="81" y="3493"/>
                    <a:pt x="577" y="3895"/>
                    <a:pt x="1145" y="3895"/>
                  </a:cubicBezTo>
                  <a:cubicBezTo>
                    <a:pt x="1182" y="3895"/>
                    <a:pt x="1218" y="3894"/>
                    <a:pt x="1255" y="3890"/>
                  </a:cubicBezTo>
                  <a:cubicBezTo>
                    <a:pt x="2286" y="3779"/>
                    <a:pt x="3346" y="3695"/>
                    <a:pt x="4377" y="3639"/>
                  </a:cubicBezTo>
                  <a:cubicBezTo>
                    <a:pt x="4405" y="3638"/>
                    <a:pt x="4432" y="3637"/>
                    <a:pt x="4459" y="3637"/>
                  </a:cubicBezTo>
                  <a:cubicBezTo>
                    <a:pt x="4912" y="3637"/>
                    <a:pt x="5195" y="3861"/>
                    <a:pt x="5353" y="4308"/>
                  </a:cubicBezTo>
                  <a:cubicBezTo>
                    <a:pt x="5631" y="5061"/>
                    <a:pt x="6189" y="5507"/>
                    <a:pt x="6969" y="5758"/>
                  </a:cubicBezTo>
                  <a:cubicBezTo>
                    <a:pt x="7572" y="5982"/>
                    <a:pt x="8184" y="6067"/>
                    <a:pt x="8801" y="6067"/>
                  </a:cubicBezTo>
                  <a:cubicBezTo>
                    <a:pt x="9184" y="6067"/>
                    <a:pt x="9568" y="6034"/>
                    <a:pt x="9952" y="5981"/>
                  </a:cubicBezTo>
                  <a:cubicBezTo>
                    <a:pt x="11039" y="5786"/>
                    <a:pt x="11931" y="5312"/>
                    <a:pt x="12405" y="4197"/>
                  </a:cubicBezTo>
                  <a:cubicBezTo>
                    <a:pt x="12561" y="3808"/>
                    <a:pt x="12885" y="3636"/>
                    <a:pt x="13287" y="3636"/>
                  </a:cubicBezTo>
                  <a:cubicBezTo>
                    <a:pt x="13318" y="3636"/>
                    <a:pt x="13349" y="3637"/>
                    <a:pt x="13381" y="3639"/>
                  </a:cubicBezTo>
                  <a:cubicBezTo>
                    <a:pt x="14384" y="3695"/>
                    <a:pt x="15388" y="3779"/>
                    <a:pt x="16419" y="3890"/>
                  </a:cubicBezTo>
                  <a:cubicBezTo>
                    <a:pt x="16512" y="3902"/>
                    <a:pt x="16603" y="3909"/>
                    <a:pt x="16691" y="3909"/>
                  </a:cubicBezTo>
                  <a:cubicBezTo>
                    <a:pt x="17028" y="3909"/>
                    <a:pt x="17318" y="3809"/>
                    <a:pt x="17451" y="3500"/>
                  </a:cubicBezTo>
                  <a:cubicBezTo>
                    <a:pt x="17590" y="3193"/>
                    <a:pt x="17618" y="2775"/>
                    <a:pt x="17534" y="2441"/>
                  </a:cubicBezTo>
                  <a:cubicBezTo>
                    <a:pt x="17339" y="2023"/>
                    <a:pt x="16921" y="1939"/>
                    <a:pt x="16475" y="1939"/>
                  </a:cubicBezTo>
                  <a:cubicBezTo>
                    <a:pt x="16099" y="1953"/>
                    <a:pt x="15722" y="1960"/>
                    <a:pt x="15346" y="1960"/>
                  </a:cubicBezTo>
                  <a:cubicBezTo>
                    <a:pt x="14970" y="1960"/>
                    <a:pt x="14593" y="1953"/>
                    <a:pt x="14217" y="1939"/>
                  </a:cubicBezTo>
                  <a:cubicBezTo>
                    <a:pt x="12879" y="1855"/>
                    <a:pt x="12517" y="1577"/>
                    <a:pt x="12266" y="601"/>
                  </a:cubicBezTo>
                  <a:cubicBezTo>
                    <a:pt x="12165" y="176"/>
                    <a:pt x="12049" y="1"/>
                    <a:pt x="11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-453604" y="4573599"/>
              <a:ext cx="852535" cy="292760"/>
            </a:xfrm>
            <a:custGeom>
              <a:rect b="b" l="l" r="r" t="t"/>
              <a:pathLst>
                <a:path extrusionOk="0" h="6050" w="17618">
                  <a:moveTo>
                    <a:pt x="11656" y="0"/>
                  </a:moveTo>
                  <a:cubicBezTo>
                    <a:pt x="11578" y="0"/>
                    <a:pt x="11492" y="14"/>
                    <a:pt x="11402" y="42"/>
                  </a:cubicBezTo>
                  <a:cubicBezTo>
                    <a:pt x="10510" y="321"/>
                    <a:pt x="9625" y="460"/>
                    <a:pt x="8747" y="460"/>
                  </a:cubicBezTo>
                  <a:cubicBezTo>
                    <a:pt x="7868" y="460"/>
                    <a:pt x="6997" y="321"/>
                    <a:pt x="6133" y="42"/>
                  </a:cubicBezTo>
                  <a:cubicBezTo>
                    <a:pt x="6052" y="15"/>
                    <a:pt x="5980" y="2"/>
                    <a:pt x="5916" y="2"/>
                  </a:cubicBezTo>
                  <a:cubicBezTo>
                    <a:pt x="5651" y="2"/>
                    <a:pt x="5521" y="213"/>
                    <a:pt x="5408" y="460"/>
                  </a:cubicBezTo>
                  <a:cubicBezTo>
                    <a:pt x="5297" y="739"/>
                    <a:pt x="5269" y="1045"/>
                    <a:pt x="5074" y="1268"/>
                  </a:cubicBezTo>
                  <a:cubicBezTo>
                    <a:pt x="4879" y="1491"/>
                    <a:pt x="4572" y="1770"/>
                    <a:pt x="4238" y="1826"/>
                  </a:cubicBezTo>
                  <a:cubicBezTo>
                    <a:pt x="3206" y="1910"/>
                    <a:pt x="2119" y="1965"/>
                    <a:pt x="1032" y="1965"/>
                  </a:cubicBezTo>
                  <a:cubicBezTo>
                    <a:pt x="447" y="1965"/>
                    <a:pt x="1" y="2300"/>
                    <a:pt x="1" y="2885"/>
                  </a:cubicBezTo>
                  <a:cubicBezTo>
                    <a:pt x="1" y="3490"/>
                    <a:pt x="422" y="3921"/>
                    <a:pt x="962" y="3921"/>
                  </a:cubicBezTo>
                  <a:cubicBezTo>
                    <a:pt x="994" y="3921"/>
                    <a:pt x="1027" y="3920"/>
                    <a:pt x="1060" y="3917"/>
                  </a:cubicBezTo>
                  <a:cubicBezTo>
                    <a:pt x="1924" y="3805"/>
                    <a:pt x="2732" y="3666"/>
                    <a:pt x="3624" y="3638"/>
                  </a:cubicBezTo>
                  <a:cubicBezTo>
                    <a:pt x="3767" y="3629"/>
                    <a:pt x="3899" y="3622"/>
                    <a:pt x="4022" y="3622"/>
                  </a:cubicBezTo>
                  <a:cubicBezTo>
                    <a:pt x="4643" y="3622"/>
                    <a:pt x="5027" y="3780"/>
                    <a:pt x="5353" y="4502"/>
                  </a:cubicBezTo>
                  <a:cubicBezTo>
                    <a:pt x="5631" y="5171"/>
                    <a:pt x="6189" y="5645"/>
                    <a:pt x="6914" y="5812"/>
                  </a:cubicBezTo>
                  <a:cubicBezTo>
                    <a:pt x="7555" y="5982"/>
                    <a:pt x="8184" y="6050"/>
                    <a:pt x="8827" y="6050"/>
                  </a:cubicBezTo>
                  <a:cubicBezTo>
                    <a:pt x="9133" y="6050"/>
                    <a:pt x="9442" y="6034"/>
                    <a:pt x="9757" y="6007"/>
                  </a:cubicBezTo>
                  <a:cubicBezTo>
                    <a:pt x="10928" y="5896"/>
                    <a:pt x="11820" y="5394"/>
                    <a:pt x="12322" y="4279"/>
                  </a:cubicBezTo>
                  <a:cubicBezTo>
                    <a:pt x="12461" y="4000"/>
                    <a:pt x="12851" y="3666"/>
                    <a:pt x="13102" y="3666"/>
                  </a:cubicBezTo>
                  <a:cubicBezTo>
                    <a:pt x="14189" y="3666"/>
                    <a:pt x="15248" y="3777"/>
                    <a:pt x="16336" y="3917"/>
                  </a:cubicBezTo>
                  <a:cubicBezTo>
                    <a:pt x="16420" y="3929"/>
                    <a:pt x="16501" y="3935"/>
                    <a:pt x="16580" y="3935"/>
                  </a:cubicBezTo>
                  <a:cubicBezTo>
                    <a:pt x="16866" y="3935"/>
                    <a:pt x="17114" y="3845"/>
                    <a:pt x="17311" y="3582"/>
                  </a:cubicBezTo>
                  <a:cubicBezTo>
                    <a:pt x="17590" y="3248"/>
                    <a:pt x="17618" y="2829"/>
                    <a:pt x="17395" y="2439"/>
                  </a:cubicBezTo>
                  <a:cubicBezTo>
                    <a:pt x="17172" y="2133"/>
                    <a:pt x="16865" y="1993"/>
                    <a:pt x="16447" y="1993"/>
                  </a:cubicBezTo>
                  <a:cubicBezTo>
                    <a:pt x="15667" y="1993"/>
                    <a:pt x="14942" y="1965"/>
                    <a:pt x="14189" y="1965"/>
                  </a:cubicBezTo>
                  <a:cubicBezTo>
                    <a:pt x="13102" y="1965"/>
                    <a:pt x="12294" y="1603"/>
                    <a:pt x="12099" y="376"/>
                  </a:cubicBezTo>
                  <a:cubicBezTo>
                    <a:pt x="12057" y="125"/>
                    <a:pt x="11889" y="0"/>
                    <a:pt x="116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-452249" y="2910710"/>
              <a:ext cx="859116" cy="292421"/>
            </a:xfrm>
            <a:custGeom>
              <a:rect b="b" l="l" r="r" t="t"/>
              <a:pathLst>
                <a:path extrusionOk="0" h="6043" w="17754">
                  <a:moveTo>
                    <a:pt x="11678" y="1"/>
                  </a:moveTo>
                  <a:cubicBezTo>
                    <a:pt x="11535" y="1"/>
                    <a:pt x="11356" y="44"/>
                    <a:pt x="11123" y="121"/>
                  </a:cubicBezTo>
                  <a:cubicBezTo>
                    <a:pt x="10340" y="355"/>
                    <a:pt x="9565" y="466"/>
                    <a:pt x="8792" y="466"/>
                  </a:cubicBezTo>
                  <a:cubicBezTo>
                    <a:pt x="7997" y="466"/>
                    <a:pt x="7204" y="348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5"/>
                    <a:pt x="5408" y="707"/>
                  </a:cubicBezTo>
                  <a:cubicBezTo>
                    <a:pt x="5213" y="1431"/>
                    <a:pt x="4767" y="1822"/>
                    <a:pt x="4070" y="1933"/>
                  </a:cubicBezTo>
                  <a:cubicBezTo>
                    <a:pt x="3457" y="1989"/>
                    <a:pt x="2816" y="2045"/>
                    <a:pt x="2203" y="2073"/>
                  </a:cubicBezTo>
                  <a:lnTo>
                    <a:pt x="2203" y="2045"/>
                  </a:lnTo>
                  <a:lnTo>
                    <a:pt x="1004" y="2045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59"/>
                    <a:pt x="574" y="3914"/>
                    <a:pt x="1111" y="3914"/>
                  </a:cubicBezTo>
                  <a:cubicBezTo>
                    <a:pt x="1131" y="3914"/>
                    <a:pt x="1151" y="3913"/>
                    <a:pt x="1171" y="3912"/>
                  </a:cubicBezTo>
                  <a:cubicBezTo>
                    <a:pt x="2203" y="3857"/>
                    <a:pt x="3234" y="3773"/>
                    <a:pt x="4293" y="3717"/>
                  </a:cubicBezTo>
                  <a:cubicBezTo>
                    <a:pt x="4341" y="3712"/>
                    <a:pt x="4388" y="3709"/>
                    <a:pt x="4433" y="3709"/>
                  </a:cubicBezTo>
                  <a:cubicBezTo>
                    <a:pt x="4838" y="3709"/>
                    <a:pt x="5146" y="3930"/>
                    <a:pt x="5297" y="4330"/>
                  </a:cubicBezTo>
                  <a:cubicBezTo>
                    <a:pt x="5631" y="5195"/>
                    <a:pt x="6328" y="5752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30"/>
                    <a:pt x="9868" y="6003"/>
                  </a:cubicBezTo>
                  <a:cubicBezTo>
                    <a:pt x="11011" y="5891"/>
                    <a:pt x="11959" y="5390"/>
                    <a:pt x="12405" y="4219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5"/>
                    <a:pt x="15471" y="3773"/>
                    <a:pt x="16531" y="3884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8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9"/>
                  </a:cubicBezTo>
                  <a:cubicBezTo>
                    <a:pt x="16399" y="1999"/>
                    <a:pt x="16210" y="2004"/>
                    <a:pt x="16021" y="2004"/>
                  </a:cubicBezTo>
                  <a:cubicBezTo>
                    <a:pt x="15198" y="2004"/>
                    <a:pt x="14364" y="1918"/>
                    <a:pt x="13548" y="1850"/>
                  </a:cubicBezTo>
                  <a:cubicBezTo>
                    <a:pt x="12823" y="1794"/>
                    <a:pt x="12461" y="1487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-452249" y="2493995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49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30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57"/>
                    <a:pt x="574" y="3912"/>
                    <a:pt x="1111" y="3912"/>
                  </a:cubicBezTo>
                  <a:cubicBezTo>
                    <a:pt x="1131" y="3912"/>
                    <a:pt x="1151" y="3912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41" y="3710"/>
                    <a:pt x="4388" y="3707"/>
                    <a:pt x="4433" y="3707"/>
                  </a:cubicBezTo>
                  <a:cubicBezTo>
                    <a:pt x="4838" y="3707"/>
                    <a:pt x="5146" y="3928"/>
                    <a:pt x="5297" y="4329"/>
                  </a:cubicBezTo>
                  <a:cubicBezTo>
                    <a:pt x="5631" y="5193"/>
                    <a:pt x="6328" y="5751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0"/>
                    <a:pt x="16734" y="3900"/>
                  </a:cubicBezTo>
                  <a:cubicBezTo>
                    <a:pt x="17137" y="3900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-452249" y="2079120"/>
              <a:ext cx="859116" cy="292518"/>
            </a:xfrm>
            <a:custGeom>
              <a:rect b="b" l="l" r="r" t="t"/>
              <a:pathLst>
                <a:path extrusionOk="0" h="6045" w="17754">
                  <a:moveTo>
                    <a:pt x="11671" y="1"/>
                  </a:moveTo>
                  <a:cubicBezTo>
                    <a:pt x="11530" y="1"/>
                    <a:pt x="11352" y="40"/>
                    <a:pt x="11123" y="108"/>
                  </a:cubicBezTo>
                  <a:cubicBezTo>
                    <a:pt x="10340" y="356"/>
                    <a:pt x="9563" y="474"/>
                    <a:pt x="8790" y="474"/>
                  </a:cubicBezTo>
                  <a:cubicBezTo>
                    <a:pt x="7995" y="474"/>
                    <a:pt x="7204" y="349"/>
                    <a:pt x="6412" y="108"/>
                  </a:cubicBezTo>
                  <a:cubicBezTo>
                    <a:pt x="6226" y="62"/>
                    <a:pt x="6079" y="35"/>
                    <a:pt x="5960" y="35"/>
                  </a:cubicBezTo>
                  <a:cubicBezTo>
                    <a:pt x="5650" y="35"/>
                    <a:pt x="5529" y="218"/>
                    <a:pt x="5408" y="722"/>
                  </a:cubicBezTo>
                  <a:cubicBezTo>
                    <a:pt x="5213" y="1446"/>
                    <a:pt x="4767" y="1837"/>
                    <a:pt x="4070" y="1920"/>
                  </a:cubicBezTo>
                  <a:cubicBezTo>
                    <a:pt x="3457" y="2004"/>
                    <a:pt x="2816" y="2032"/>
                    <a:pt x="2203" y="2087"/>
                  </a:cubicBezTo>
                  <a:lnTo>
                    <a:pt x="2203" y="2032"/>
                  </a:lnTo>
                  <a:lnTo>
                    <a:pt x="1004" y="2032"/>
                  </a:lnTo>
                  <a:cubicBezTo>
                    <a:pt x="447" y="2060"/>
                    <a:pt x="1" y="2533"/>
                    <a:pt x="28" y="3035"/>
                  </a:cubicBezTo>
                  <a:cubicBezTo>
                    <a:pt x="55" y="3547"/>
                    <a:pt x="577" y="3929"/>
                    <a:pt x="1115" y="3929"/>
                  </a:cubicBezTo>
                  <a:cubicBezTo>
                    <a:pt x="1134" y="3929"/>
                    <a:pt x="1153" y="3928"/>
                    <a:pt x="1171" y="3927"/>
                  </a:cubicBezTo>
                  <a:cubicBezTo>
                    <a:pt x="2203" y="3844"/>
                    <a:pt x="3234" y="3788"/>
                    <a:pt x="4293" y="3704"/>
                  </a:cubicBezTo>
                  <a:cubicBezTo>
                    <a:pt x="4323" y="3702"/>
                    <a:pt x="4352" y="3702"/>
                    <a:pt x="4380" y="3702"/>
                  </a:cubicBezTo>
                  <a:cubicBezTo>
                    <a:pt x="4811" y="3702"/>
                    <a:pt x="5140" y="3901"/>
                    <a:pt x="5297" y="4345"/>
                  </a:cubicBezTo>
                  <a:cubicBezTo>
                    <a:pt x="5631" y="5209"/>
                    <a:pt x="6328" y="5767"/>
                    <a:pt x="7248" y="5906"/>
                  </a:cubicBezTo>
                  <a:cubicBezTo>
                    <a:pt x="7839" y="6002"/>
                    <a:pt x="8429" y="6045"/>
                    <a:pt x="9029" y="6045"/>
                  </a:cubicBezTo>
                  <a:cubicBezTo>
                    <a:pt x="9306" y="6045"/>
                    <a:pt x="9586" y="6035"/>
                    <a:pt x="9868" y="6018"/>
                  </a:cubicBezTo>
                  <a:cubicBezTo>
                    <a:pt x="11011" y="5906"/>
                    <a:pt x="11959" y="5377"/>
                    <a:pt x="12405" y="4234"/>
                  </a:cubicBezTo>
                  <a:cubicBezTo>
                    <a:pt x="12560" y="3845"/>
                    <a:pt x="12884" y="3673"/>
                    <a:pt x="13265" y="3673"/>
                  </a:cubicBezTo>
                  <a:cubicBezTo>
                    <a:pt x="13294" y="3673"/>
                    <a:pt x="13323" y="3674"/>
                    <a:pt x="13353" y="3676"/>
                  </a:cubicBezTo>
                  <a:cubicBezTo>
                    <a:pt x="14384" y="3732"/>
                    <a:pt x="15471" y="3788"/>
                    <a:pt x="16531" y="3871"/>
                  </a:cubicBezTo>
                  <a:cubicBezTo>
                    <a:pt x="16601" y="3883"/>
                    <a:pt x="16669" y="3889"/>
                    <a:pt x="16734" y="3889"/>
                  </a:cubicBezTo>
                  <a:cubicBezTo>
                    <a:pt x="17137" y="3889"/>
                    <a:pt x="17442" y="3674"/>
                    <a:pt x="17562" y="3314"/>
                  </a:cubicBezTo>
                  <a:cubicBezTo>
                    <a:pt x="17754" y="2766"/>
                    <a:pt x="17461" y="2003"/>
                    <a:pt x="16631" y="2003"/>
                  </a:cubicBezTo>
                  <a:cubicBezTo>
                    <a:pt x="16616" y="2003"/>
                    <a:pt x="16601" y="2003"/>
                    <a:pt x="16586" y="2004"/>
                  </a:cubicBezTo>
                  <a:cubicBezTo>
                    <a:pt x="16478" y="2007"/>
                    <a:pt x="16369" y="2008"/>
                    <a:pt x="16260" y="2008"/>
                  </a:cubicBezTo>
                  <a:cubicBezTo>
                    <a:pt x="15360" y="2008"/>
                    <a:pt x="14443" y="1914"/>
                    <a:pt x="13548" y="1864"/>
                  </a:cubicBezTo>
                  <a:cubicBezTo>
                    <a:pt x="12823" y="1781"/>
                    <a:pt x="12461" y="1474"/>
                    <a:pt x="12266" y="749"/>
                  </a:cubicBezTo>
                  <a:cubicBezTo>
                    <a:pt x="12130" y="207"/>
                    <a:pt x="11994" y="1"/>
                    <a:pt x="116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8"/>
            <p:cNvSpPr/>
            <p:nvPr/>
          </p:nvSpPr>
          <p:spPr>
            <a:xfrm>
              <a:off x="-452249" y="1663083"/>
              <a:ext cx="859116" cy="292372"/>
            </a:xfrm>
            <a:custGeom>
              <a:rect b="b" l="l" r="r" t="t"/>
              <a:pathLst>
                <a:path extrusionOk="0" h="6042" w="17754">
                  <a:moveTo>
                    <a:pt x="11678" y="0"/>
                  </a:moveTo>
                  <a:cubicBezTo>
                    <a:pt x="11535" y="0"/>
                    <a:pt x="11356" y="43"/>
                    <a:pt x="11123" y="121"/>
                  </a:cubicBezTo>
                  <a:cubicBezTo>
                    <a:pt x="10340" y="354"/>
                    <a:pt x="9565" y="466"/>
                    <a:pt x="8792" y="466"/>
                  </a:cubicBezTo>
                  <a:cubicBezTo>
                    <a:pt x="7997" y="466"/>
                    <a:pt x="7204" y="347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4"/>
                    <a:pt x="5408" y="706"/>
                  </a:cubicBezTo>
                  <a:cubicBezTo>
                    <a:pt x="5213" y="1431"/>
                    <a:pt x="4767" y="1821"/>
                    <a:pt x="4070" y="1933"/>
                  </a:cubicBezTo>
                  <a:cubicBezTo>
                    <a:pt x="3457" y="1988"/>
                    <a:pt x="2816" y="2044"/>
                    <a:pt x="2203" y="2072"/>
                  </a:cubicBezTo>
                  <a:lnTo>
                    <a:pt x="2203" y="2016"/>
                  </a:lnTo>
                  <a:lnTo>
                    <a:pt x="1004" y="2016"/>
                  </a:lnTo>
                  <a:cubicBezTo>
                    <a:pt x="447" y="2072"/>
                    <a:pt x="1" y="2518"/>
                    <a:pt x="28" y="3048"/>
                  </a:cubicBezTo>
                  <a:cubicBezTo>
                    <a:pt x="55" y="3532"/>
                    <a:pt x="577" y="3913"/>
                    <a:pt x="1115" y="3913"/>
                  </a:cubicBezTo>
                  <a:cubicBezTo>
                    <a:pt x="1134" y="3913"/>
                    <a:pt x="1152" y="3913"/>
                    <a:pt x="1171" y="3912"/>
                  </a:cubicBezTo>
                  <a:cubicBezTo>
                    <a:pt x="2203" y="3856"/>
                    <a:pt x="3234" y="3772"/>
                    <a:pt x="4293" y="3717"/>
                  </a:cubicBezTo>
                  <a:cubicBezTo>
                    <a:pt x="4341" y="3711"/>
                    <a:pt x="4388" y="3708"/>
                    <a:pt x="4433" y="3708"/>
                  </a:cubicBezTo>
                  <a:cubicBezTo>
                    <a:pt x="4838" y="3708"/>
                    <a:pt x="5146" y="3929"/>
                    <a:pt x="5297" y="4330"/>
                  </a:cubicBezTo>
                  <a:cubicBezTo>
                    <a:pt x="5631" y="5194"/>
                    <a:pt x="6328" y="5751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29"/>
                    <a:pt x="9868" y="6002"/>
                  </a:cubicBezTo>
                  <a:cubicBezTo>
                    <a:pt x="11011" y="5891"/>
                    <a:pt x="11959" y="5389"/>
                    <a:pt x="12405" y="4218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587" y="3890"/>
                    <a:pt x="16641" y="3893"/>
                    <a:pt x="16695" y="3893"/>
                  </a:cubicBezTo>
                  <a:cubicBezTo>
                    <a:pt x="17116" y="3893"/>
                    <a:pt x="17438" y="3698"/>
                    <a:pt x="17562" y="3326"/>
                  </a:cubicBezTo>
                  <a:cubicBezTo>
                    <a:pt x="17754" y="2778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8"/>
                  </a:cubicBezTo>
                  <a:cubicBezTo>
                    <a:pt x="16399" y="1999"/>
                    <a:pt x="16210" y="2003"/>
                    <a:pt x="16021" y="2003"/>
                  </a:cubicBezTo>
                  <a:cubicBezTo>
                    <a:pt x="15198" y="2003"/>
                    <a:pt x="14364" y="1917"/>
                    <a:pt x="13548" y="1849"/>
                  </a:cubicBezTo>
                  <a:cubicBezTo>
                    <a:pt x="12823" y="1793"/>
                    <a:pt x="12461" y="1459"/>
                    <a:pt x="12266" y="734"/>
                  </a:cubicBezTo>
                  <a:cubicBezTo>
                    <a:pt x="12131" y="214"/>
                    <a:pt x="11996" y="0"/>
                    <a:pt x="116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8"/>
            <p:cNvSpPr/>
            <p:nvPr/>
          </p:nvSpPr>
          <p:spPr>
            <a:xfrm>
              <a:off x="-452249" y="1247675"/>
              <a:ext cx="859116" cy="292711"/>
            </a:xfrm>
            <a:custGeom>
              <a:rect b="b" l="l" r="r" t="t"/>
              <a:pathLst>
                <a:path extrusionOk="0" h="6049" w="17754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1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9"/>
                    <a:pt x="12405" y="4246"/>
                  </a:cubicBezTo>
                  <a:cubicBezTo>
                    <a:pt x="12560" y="3857"/>
                    <a:pt x="12884" y="3685"/>
                    <a:pt x="13265" y="3685"/>
                  </a:cubicBezTo>
                  <a:cubicBezTo>
                    <a:pt x="13294" y="3685"/>
                    <a:pt x="13323" y="3686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5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3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8"/>
            <p:cNvSpPr/>
            <p:nvPr/>
          </p:nvSpPr>
          <p:spPr>
            <a:xfrm>
              <a:off x="-452249" y="832170"/>
              <a:ext cx="859116" cy="291840"/>
            </a:xfrm>
            <a:custGeom>
              <a:rect b="b" l="l" r="r" t="t"/>
              <a:pathLst>
                <a:path extrusionOk="0" h="6031" w="17754">
                  <a:moveTo>
                    <a:pt x="11678" y="1"/>
                  </a:moveTo>
                  <a:cubicBezTo>
                    <a:pt x="11535" y="1"/>
                    <a:pt x="11356" y="44"/>
                    <a:pt x="11123" y="122"/>
                  </a:cubicBezTo>
                  <a:cubicBezTo>
                    <a:pt x="10340" y="355"/>
                    <a:pt x="9565" y="467"/>
                    <a:pt x="8792" y="467"/>
                  </a:cubicBezTo>
                  <a:cubicBezTo>
                    <a:pt x="7997" y="467"/>
                    <a:pt x="7204" y="348"/>
                    <a:pt x="6412" y="122"/>
                  </a:cubicBezTo>
                  <a:cubicBezTo>
                    <a:pt x="6213" y="64"/>
                    <a:pt x="6059" y="30"/>
                    <a:pt x="5935" y="30"/>
                  </a:cubicBezTo>
                  <a:cubicBezTo>
                    <a:pt x="5643" y="30"/>
                    <a:pt x="5526" y="217"/>
                    <a:pt x="5408" y="707"/>
                  </a:cubicBezTo>
                  <a:cubicBezTo>
                    <a:pt x="5213" y="1432"/>
                    <a:pt x="4767" y="1822"/>
                    <a:pt x="4070" y="1933"/>
                  </a:cubicBezTo>
                  <a:cubicBezTo>
                    <a:pt x="3457" y="1989"/>
                    <a:pt x="2816" y="2017"/>
                    <a:pt x="2203" y="2073"/>
                  </a:cubicBezTo>
                  <a:lnTo>
                    <a:pt x="2203" y="2017"/>
                  </a:lnTo>
                  <a:lnTo>
                    <a:pt x="1004" y="2017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33"/>
                    <a:pt x="577" y="3914"/>
                    <a:pt x="1115" y="3914"/>
                  </a:cubicBezTo>
                  <a:cubicBezTo>
                    <a:pt x="1134" y="3914"/>
                    <a:pt x="1152" y="3914"/>
                    <a:pt x="1171" y="3913"/>
                  </a:cubicBezTo>
                  <a:cubicBezTo>
                    <a:pt x="2203" y="3829"/>
                    <a:pt x="3234" y="3773"/>
                    <a:pt x="4293" y="3690"/>
                  </a:cubicBezTo>
                  <a:cubicBezTo>
                    <a:pt x="4320" y="3688"/>
                    <a:pt x="4346" y="3687"/>
                    <a:pt x="4372" y="3687"/>
                  </a:cubicBezTo>
                  <a:cubicBezTo>
                    <a:pt x="4807" y="3687"/>
                    <a:pt x="5139" y="3910"/>
                    <a:pt x="5297" y="4331"/>
                  </a:cubicBezTo>
                  <a:cubicBezTo>
                    <a:pt x="5631" y="5195"/>
                    <a:pt x="6328" y="5752"/>
                    <a:pt x="7248" y="5892"/>
                  </a:cubicBezTo>
                  <a:cubicBezTo>
                    <a:pt x="7839" y="5987"/>
                    <a:pt x="8429" y="6030"/>
                    <a:pt x="9029" y="6030"/>
                  </a:cubicBezTo>
                  <a:cubicBezTo>
                    <a:pt x="9306" y="6030"/>
                    <a:pt x="9586" y="6021"/>
                    <a:pt x="9868" y="6003"/>
                  </a:cubicBezTo>
                  <a:cubicBezTo>
                    <a:pt x="11011" y="5892"/>
                    <a:pt x="11959" y="5362"/>
                    <a:pt x="12405" y="4219"/>
                  </a:cubicBezTo>
                  <a:cubicBezTo>
                    <a:pt x="12560" y="3831"/>
                    <a:pt x="12884" y="3659"/>
                    <a:pt x="13265" y="3659"/>
                  </a:cubicBezTo>
                  <a:cubicBezTo>
                    <a:pt x="13294" y="3659"/>
                    <a:pt x="13323" y="3660"/>
                    <a:pt x="13353" y="3662"/>
                  </a:cubicBezTo>
                  <a:cubicBezTo>
                    <a:pt x="14384" y="3745"/>
                    <a:pt x="15471" y="3773"/>
                    <a:pt x="16531" y="3885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9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9"/>
                    <a:pt x="16586" y="1989"/>
                  </a:cubicBezTo>
                  <a:cubicBezTo>
                    <a:pt x="16452" y="1993"/>
                    <a:pt x="16317" y="1995"/>
                    <a:pt x="16182" y="1995"/>
                  </a:cubicBezTo>
                  <a:cubicBezTo>
                    <a:pt x="15307" y="1995"/>
                    <a:pt x="14417" y="1922"/>
                    <a:pt x="13548" y="1850"/>
                  </a:cubicBezTo>
                  <a:cubicBezTo>
                    <a:pt x="12823" y="1794"/>
                    <a:pt x="12461" y="1460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-452249" y="416811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-452249" y="-1"/>
              <a:ext cx="859116" cy="292760"/>
            </a:xfrm>
            <a:custGeom>
              <a:rect b="b" l="l" r="r" t="t"/>
              <a:pathLst>
                <a:path extrusionOk="0" h="6050" w="17754">
                  <a:moveTo>
                    <a:pt x="11674" y="1"/>
                  </a:moveTo>
                  <a:cubicBezTo>
                    <a:pt x="11532" y="1"/>
                    <a:pt x="11353" y="44"/>
                    <a:pt x="11123" y="121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1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4"/>
                    <a:pt x="5408" y="706"/>
                  </a:cubicBezTo>
                  <a:cubicBezTo>
                    <a:pt x="5213" y="1459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2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2"/>
                    <a:pt x="1" y="2518"/>
                    <a:pt x="28" y="3047"/>
                  </a:cubicBezTo>
                  <a:cubicBezTo>
                    <a:pt x="55" y="3543"/>
                    <a:pt x="545" y="3917"/>
                    <a:pt x="1065" y="3917"/>
                  </a:cubicBezTo>
                  <a:cubicBezTo>
                    <a:pt x="1100" y="3917"/>
                    <a:pt x="1136" y="3915"/>
                    <a:pt x="1171" y="3912"/>
                  </a:cubicBezTo>
                  <a:cubicBezTo>
                    <a:pt x="2203" y="3856"/>
                    <a:pt x="3234" y="3772"/>
                    <a:pt x="4293" y="3716"/>
                  </a:cubicBezTo>
                  <a:cubicBezTo>
                    <a:pt x="4323" y="3715"/>
                    <a:pt x="4352" y="3714"/>
                    <a:pt x="4381" y="3714"/>
                  </a:cubicBezTo>
                  <a:cubicBezTo>
                    <a:pt x="4812" y="3714"/>
                    <a:pt x="5140" y="3911"/>
                    <a:pt x="5297" y="4330"/>
                  </a:cubicBezTo>
                  <a:cubicBezTo>
                    <a:pt x="5631" y="5222"/>
                    <a:pt x="6328" y="5779"/>
                    <a:pt x="7248" y="5919"/>
                  </a:cubicBezTo>
                  <a:cubicBezTo>
                    <a:pt x="7788" y="6006"/>
                    <a:pt x="8328" y="6049"/>
                    <a:pt x="8875" y="6049"/>
                  </a:cubicBezTo>
                  <a:cubicBezTo>
                    <a:pt x="9203" y="6049"/>
                    <a:pt x="9534" y="6034"/>
                    <a:pt x="9868" y="6002"/>
                  </a:cubicBezTo>
                  <a:cubicBezTo>
                    <a:pt x="11011" y="5919"/>
                    <a:pt x="11959" y="5389"/>
                    <a:pt x="12405" y="4246"/>
                  </a:cubicBezTo>
                  <a:cubicBezTo>
                    <a:pt x="12554" y="3875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9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6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6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7"/>
                  </a:cubicBezTo>
                  <a:cubicBezTo>
                    <a:pt x="12823" y="1793"/>
                    <a:pt x="12461" y="1486"/>
                    <a:pt x="12266" y="762"/>
                  </a:cubicBezTo>
                  <a:cubicBezTo>
                    <a:pt x="12130" y="220"/>
                    <a:pt x="11995" y="1"/>
                    <a:pt x="116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8"/>
            <p:cNvSpPr/>
            <p:nvPr/>
          </p:nvSpPr>
          <p:spPr>
            <a:xfrm>
              <a:off x="-349716" y="4932539"/>
              <a:ext cx="639184" cy="232466"/>
            </a:xfrm>
            <a:custGeom>
              <a:rect b="b" l="l" r="r" t="t"/>
              <a:pathLst>
                <a:path extrusionOk="0" h="4804" w="13209">
                  <a:moveTo>
                    <a:pt x="8759" y="0"/>
                  </a:moveTo>
                  <a:cubicBezTo>
                    <a:pt x="8709" y="0"/>
                    <a:pt x="8651" y="13"/>
                    <a:pt x="8586" y="39"/>
                  </a:cubicBezTo>
                  <a:cubicBezTo>
                    <a:pt x="7958" y="262"/>
                    <a:pt x="7317" y="366"/>
                    <a:pt x="6673" y="366"/>
                  </a:cubicBezTo>
                  <a:cubicBezTo>
                    <a:pt x="6028" y="366"/>
                    <a:pt x="5380" y="262"/>
                    <a:pt x="4739" y="67"/>
                  </a:cubicBezTo>
                  <a:cubicBezTo>
                    <a:pt x="4625" y="26"/>
                    <a:pt x="4538" y="4"/>
                    <a:pt x="4468" y="4"/>
                  </a:cubicBezTo>
                  <a:cubicBezTo>
                    <a:pt x="4298" y="4"/>
                    <a:pt x="4233" y="133"/>
                    <a:pt x="4153" y="429"/>
                  </a:cubicBezTo>
                  <a:cubicBezTo>
                    <a:pt x="3986" y="1014"/>
                    <a:pt x="3707" y="1516"/>
                    <a:pt x="3011" y="1516"/>
                  </a:cubicBezTo>
                  <a:cubicBezTo>
                    <a:pt x="2258" y="1544"/>
                    <a:pt x="1561" y="1600"/>
                    <a:pt x="836" y="1655"/>
                  </a:cubicBezTo>
                  <a:cubicBezTo>
                    <a:pt x="836" y="1572"/>
                    <a:pt x="808" y="1544"/>
                    <a:pt x="781" y="1460"/>
                  </a:cubicBezTo>
                  <a:cubicBezTo>
                    <a:pt x="558" y="1600"/>
                    <a:pt x="307" y="1711"/>
                    <a:pt x="223" y="1878"/>
                  </a:cubicBezTo>
                  <a:cubicBezTo>
                    <a:pt x="0" y="2213"/>
                    <a:pt x="0" y="2575"/>
                    <a:pt x="279" y="2826"/>
                  </a:cubicBezTo>
                  <a:cubicBezTo>
                    <a:pt x="446" y="2993"/>
                    <a:pt x="725" y="3077"/>
                    <a:pt x="948" y="3077"/>
                  </a:cubicBezTo>
                  <a:cubicBezTo>
                    <a:pt x="1673" y="3049"/>
                    <a:pt x="2369" y="2938"/>
                    <a:pt x="3094" y="2854"/>
                  </a:cubicBezTo>
                  <a:cubicBezTo>
                    <a:pt x="3119" y="2853"/>
                    <a:pt x="3144" y="2852"/>
                    <a:pt x="3168" y="2852"/>
                  </a:cubicBezTo>
                  <a:cubicBezTo>
                    <a:pt x="3624" y="2852"/>
                    <a:pt x="3883" y="3100"/>
                    <a:pt x="4042" y="3523"/>
                  </a:cubicBezTo>
                  <a:cubicBezTo>
                    <a:pt x="4265" y="3997"/>
                    <a:pt x="4572" y="4359"/>
                    <a:pt x="5073" y="4527"/>
                  </a:cubicBezTo>
                  <a:cubicBezTo>
                    <a:pt x="5569" y="4717"/>
                    <a:pt x="6077" y="4803"/>
                    <a:pt x="6598" y="4803"/>
                  </a:cubicBezTo>
                  <a:cubicBezTo>
                    <a:pt x="6840" y="4803"/>
                    <a:pt x="7084" y="4785"/>
                    <a:pt x="7331" y="4750"/>
                  </a:cubicBezTo>
                  <a:cubicBezTo>
                    <a:pt x="8223" y="4638"/>
                    <a:pt x="8892" y="4248"/>
                    <a:pt x="9255" y="3356"/>
                  </a:cubicBezTo>
                  <a:cubicBezTo>
                    <a:pt x="9384" y="3019"/>
                    <a:pt x="9586" y="2851"/>
                    <a:pt x="9904" y="2851"/>
                  </a:cubicBezTo>
                  <a:cubicBezTo>
                    <a:pt x="9928" y="2851"/>
                    <a:pt x="9954" y="2852"/>
                    <a:pt x="9979" y="2854"/>
                  </a:cubicBezTo>
                  <a:cubicBezTo>
                    <a:pt x="10732" y="2938"/>
                    <a:pt x="11513" y="3049"/>
                    <a:pt x="12265" y="3105"/>
                  </a:cubicBezTo>
                  <a:cubicBezTo>
                    <a:pt x="12280" y="3106"/>
                    <a:pt x="12295" y="3106"/>
                    <a:pt x="12310" y="3106"/>
                  </a:cubicBezTo>
                  <a:cubicBezTo>
                    <a:pt x="12793" y="3106"/>
                    <a:pt x="13209" y="2670"/>
                    <a:pt x="13074" y="2129"/>
                  </a:cubicBezTo>
                  <a:cubicBezTo>
                    <a:pt x="12934" y="1683"/>
                    <a:pt x="12655" y="1572"/>
                    <a:pt x="12182" y="1572"/>
                  </a:cubicBezTo>
                  <a:cubicBezTo>
                    <a:pt x="11429" y="1572"/>
                    <a:pt x="10676" y="1572"/>
                    <a:pt x="9952" y="1460"/>
                  </a:cubicBezTo>
                  <a:cubicBezTo>
                    <a:pt x="9366" y="1405"/>
                    <a:pt x="9171" y="875"/>
                    <a:pt x="9060" y="345"/>
                  </a:cubicBezTo>
                  <a:cubicBezTo>
                    <a:pt x="9017" y="132"/>
                    <a:pt x="8925" y="0"/>
                    <a:pt x="8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18"/>
          <p:cNvGrpSpPr/>
          <p:nvPr/>
        </p:nvGrpSpPr>
        <p:grpSpPr>
          <a:xfrm>
            <a:off x="8732642" y="-10753"/>
            <a:ext cx="865842" cy="5165006"/>
            <a:chOff x="-458975" y="-1"/>
            <a:chExt cx="865842" cy="5165006"/>
          </a:xfrm>
        </p:grpSpPr>
        <p:sp>
          <p:nvSpPr>
            <p:cNvPr id="155" name="Google Shape;155;p18"/>
            <p:cNvSpPr/>
            <p:nvPr/>
          </p:nvSpPr>
          <p:spPr>
            <a:xfrm>
              <a:off x="-458975" y="3326988"/>
              <a:ext cx="855245" cy="295131"/>
            </a:xfrm>
            <a:custGeom>
              <a:rect b="b" l="l" r="r" t="t"/>
              <a:pathLst>
                <a:path extrusionOk="0" h="6099" w="17674">
                  <a:moveTo>
                    <a:pt x="11736" y="1"/>
                  </a:moveTo>
                  <a:cubicBezTo>
                    <a:pt x="11619" y="1"/>
                    <a:pt x="11474" y="28"/>
                    <a:pt x="11290" y="76"/>
                  </a:cubicBezTo>
                  <a:cubicBezTo>
                    <a:pt x="10457" y="334"/>
                    <a:pt x="9633" y="460"/>
                    <a:pt x="8808" y="460"/>
                  </a:cubicBezTo>
                  <a:cubicBezTo>
                    <a:pt x="8030" y="460"/>
                    <a:pt x="7252" y="348"/>
                    <a:pt x="6467" y="132"/>
                  </a:cubicBezTo>
                  <a:cubicBezTo>
                    <a:pt x="6226" y="57"/>
                    <a:pt x="6052" y="11"/>
                    <a:pt x="5921" y="11"/>
                  </a:cubicBezTo>
                  <a:cubicBezTo>
                    <a:pt x="5659" y="11"/>
                    <a:pt x="5566" y="197"/>
                    <a:pt x="5436" y="717"/>
                  </a:cubicBezTo>
                  <a:cubicBezTo>
                    <a:pt x="5296" y="1275"/>
                    <a:pt x="5046" y="1749"/>
                    <a:pt x="4460" y="1832"/>
                  </a:cubicBezTo>
                  <a:cubicBezTo>
                    <a:pt x="3401" y="1944"/>
                    <a:pt x="2342" y="1972"/>
                    <a:pt x="1282" y="1972"/>
                  </a:cubicBezTo>
                  <a:cubicBezTo>
                    <a:pt x="864" y="1972"/>
                    <a:pt x="474" y="2027"/>
                    <a:pt x="251" y="2390"/>
                  </a:cubicBezTo>
                  <a:cubicBezTo>
                    <a:pt x="0" y="2724"/>
                    <a:pt x="0" y="3142"/>
                    <a:pt x="251" y="3505"/>
                  </a:cubicBezTo>
                  <a:cubicBezTo>
                    <a:pt x="452" y="3807"/>
                    <a:pt x="767" y="3927"/>
                    <a:pt x="1155" y="3927"/>
                  </a:cubicBezTo>
                  <a:cubicBezTo>
                    <a:pt x="1197" y="3927"/>
                    <a:pt x="1239" y="3926"/>
                    <a:pt x="1282" y="3923"/>
                  </a:cubicBezTo>
                  <a:cubicBezTo>
                    <a:pt x="2258" y="3811"/>
                    <a:pt x="3234" y="3728"/>
                    <a:pt x="4209" y="3672"/>
                  </a:cubicBezTo>
                  <a:cubicBezTo>
                    <a:pt x="4239" y="3671"/>
                    <a:pt x="4267" y="3670"/>
                    <a:pt x="4295" y="3670"/>
                  </a:cubicBezTo>
                  <a:cubicBezTo>
                    <a:pt x="4881" y="3670"/>
                    <a:pt x="5195" y="3946"/>
                    <a:pt x="5408" y="4425"/>
                  </a:cubicBezTo>
                  <a:cubicBezTo>
                    <a:pt x="5715" y="5094"/>
                    <a:pt x="6244" y="5567"/>
                    <a:pt x="6941" y="5790"/>
                  </a:cubicBezTo>
                  <a:cubicBezTo>
                    <a:pt x="7576" y="6002"/>
                    <a:pt x="8227" y="6099"/>
                    <a:pt x="8880" y="6099"/>
                  </a:cubicBezTo>
                  <a:cubicBezTo>
                    <a:pt x="9433" y="6099"/>
                    <a:pt x="9988" y="6030"/>
                    <a:pt x="10537" y="5902"/>
                  </a:cubicBezTo>
                  <a:cubicBezTo>
                    <a:pt x="11290" y="5735"/>
                    <a:pt x="11959" y="5317"/>
                    <a:pt x="12265" y="4536"/>
                  </a:cubicBezTo>
                  <a:cubicBezTo>
                    <a:pt x="12516" y="3960"/>
                    <a:pt x="12879" y="3631"/>
                    <a:pt x="13456" y="3631"/>
                  </a:cubicBezTo>
                  <a:cubicBezTo>
                    <a:pt x="13521" y="3631"/>
                    <a:pt x="13588" y="3636"/>
                    <a:pt x="13659" y="3644"/>
                  </a:cubicBezTo>
                  <a:cubicBezTo>
                    <a:pt x="14607" y="3700"/>
                    <a:pt x="15555" y="3811"/>
                    <a:pt x="16419" y="3895"/>
                  </a:cubicBezTo>
                  <a:cubicBezTo>
                    <a:pt x="16455" y="3897"/>
                    <a:pt x="16491" y="3898"/>
                    <a:pt x="16527" y="3898"/>
                  </a:cubicBezTo>
                  <a:cubicBezTo>
                    <a:pt x="16923" y="3898"/>
                    <a:pt x="17245" y="3754"/>
                    <a:pt x="17450" y="3421"/>
                  </a:cubicBezTo>
                  <a:cubicBezTo>
                    <a:pt x="17673" y="3087"/>
                    <a:pt x="17673" y="2696"/>
                    <a:pt x="17422" y="2362"/>
                  </a:cubicBezTo>
                  <a:cubicBezTo>
                    <a:pt x="17171" y="2027"/>
                    <a:pt x="16837" y="1944"/>
                    <a:pt x="16419" y="1944"/>
                  </a:cubicBezTo>
                  <a:cubicBezTo>
                    <a:pt x="15499" y="1944"/>
                    <a:pt x="14551" y="1888"/>
                    <a:pt x="13631" y="1860"/>
                  </a:cubicBezTo>
                  <a:cubicBezTo>
                    <a:pt x="12823" y="1832"/>
                    <a:pt x="12405" y="1386"/>
                    <a:pt x="12237" y="606"/>
                  </a:cubicBezTo>
                  <a:cubicBezTo>
                    <a:pt x="12138" y="169"/>
                    <a:pt x="12025" y="1"/>
                    <a:pt x="11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-458975" y="3731654"/>
              <a:ext cx="857906" cy="297308"/>
            </a:xfrm>
            <a:custGeom>
              <a:rect b="b" l="l" r="r" t="t"/>
              <a:pathLst>
                <a:path extrusionOk="0" h="6144" w="17729">
                  <a:moveTo>
                    <a:pt x="11714" y="1"/>
                  </a:moveTo>
                  <a:cubicBezTo>
                    <a:pt x="11637" y="1"/>
                    <a:pt x="11551" y="16"/>
                    <a:pt x="11457" y="48"/>
                  </a:cubicBezTo>
                  <a:cubicBezTo>
                    <a:pt x="10582" y="330"/>
                    <a:pt x="9700" y="476"/>
                    <a:pt x="8819" y="476"/>
                  </a:cubicBezTo>
                  <a:cubicBezTo>
                    <a:pt x="7958" y="476"/>
                    <a:pt x="7098" y="337"/>
                    <a:pt x="6244" y="48"/>
                  </a:cubicBezTo>
                  <a:cubicBezTo>
                    <a:pt x="6162" y="22"/>
                    <a:pt x="6088" y="10"/>
                    <a:pt x="6021" y="10"/>
                  </a:cubicBezTo>
                  <a:cubicBezTo>
                    <a:pt x="5796" y="10"/>
                    <a:pt x="5655" y="152"/>
                    <a:pt x="5547" y="410"/>
                  </a:cubicBezTo>
                  <a:cubicBezTo>
                    <a:pt x="5464" y="577"/>
                    <a:pt x="5436" y="772"/>
                    <a:pt x="5380" y="968"/>
                  </a:cubicBezTo>
                  <a:cubicBezTo>
                    <a:pt x="5185" y="1441"/>
                    <a:pt x="4878" y="1832"/>
                    <a:pt x="4349" y="1860"/>
                  </a:cubicBezTo>
                  <a:cubicBezTo>
                    <a:pt x="3345" y="1943"/>
                    <a:pt x="2314" y="1971"/>
                    <a:pt x="1255" y="1999"/>
                  </a:cubicBezTo>
                  <a:cubicBezTo>
                    <a:pt x="809" y="1999"/>
                    <a:pt x="446" y="2083"/>
                    <a:pt x="195" y="2445"/>
                  </a:cubicBezTo>
                  <a:cubicBezTo>
                    <a:pt x="0" y="2807"/>
                    <a:pt x="0" y="3198"/>
                    <a:pt x="251" y="3532"/>
                  </a:cubicBezTo>
                  <a:cubicBezTo>
                    <a:pt x="473" y="3842"/>
                    <a:pt x="747" y="3976"/>
                    <a:pt x="1088" y="3976"/>
                  </a:cubicBezTo>
                  <a:cubicBezTo>
                    <a:pt x="1176" y="3976"/>
                    <a:pt x="1269" y="3967"/>
                    <a:pt x="1366" y="3950"/>
                  </a:cubicBezTo>
                  <a:cubicBezTo>
                    <a:pt x="2230" y="3839"/>
                    <a:pt x="3122" y="3783"/>
                    <a:pt x="4014" y="3671"/>
                  </a:cubicBezTo>
                  <a:cubicBezTo>
                    <a:pt x="4101" y="3658"/>
                    <a:pt x="4184" y="3652"/>
                    <a:pt x="4263" y="3652"/>
                  </a:cubicBezTo>
                  <a:cubicBezTo>
                    <a:pt x="4843" y="3652"/>
                    <a:pt x="5218" y="4006"/>
                    <a:pt x="5464" y="4619"/>
                  </a:cubicBezTo>
                  <a:cubicBezTo>
                    <a:pt x="5742" y="5205"/>
                    <a:pt x="6244" y="5623"/>
                    <a:pt x="6857" y="5846"/>
                  </a:cubicBezTo>
                  <a:cubicBezTo>
                    <a:pt x="7485" y="6055"/>
                    <a:pt x="8121" y="6143"/>
                    <a:pt x="8766" y="6143"/>
                  </a:cubicBezTo>
                  <a:cubicBezTo>
                    <a:pt x="9240" y="6143"/>
                    <a:pt x="9719" y="6096"/>
                    <a:pt x="10203" y="6013"/>
                  </a:cubicBezTo>
                  <a:cubicBezTo>
                    <a:pt x="11262" y="5846"/>
                    <a:pt x="12014" y="5316"/>
                    <a:pt x="12433" y="4313"/>
                  </a:cubicBezTo>
                  <a:cubicBezTo>
                    <a:pt x="12564" y="3918"/>
                    <a:pt x="12894" y="3697"/>
                    <a:pt x="13306" y="3697"/>
                  </a:cubicBezTo>
                  <a:cubicBezTo>
                    <a:pt x="13331" y="3697"/>
                    <a:pt x="13355" y="3698"/>
                    <a:pt x="13380" y="3699"/>
                  </a:cubicBezTo>
                  <a:cubicBezTo>
                    <a:pt x="14384" y="3783"/>
                    <a:pt x="15415" y="3839"/>
                    <a:pt x="16419" y="3950"/>
                  </a:cubicBezTo>
                  <a:cubicBezTo>
                    <a:pt x="16510" y="3967"/>
                    <a:pt x="16599" y="3976"/>
                    <a:pt x="16686" y="3976"/>
                  </a:cubicBezTo>
                  <a:cubicBezTo>
                    <a:pt x="17019" y="3976"/>
                    <a:pt x="17306" y="3842"/>
                    <a:pt x="17506" y="3532"/>
                  </a:cubicBezTo>
                  <a:cubicBezTo>
                    <a:pt x="17729" y="3198"/>
                    <a:pt x="17729" y="2807"/>
                    <a:pt x="17506" y="2445"/>
                  </a:cubicBezTo>
                  <a:cubicBezTo>
                    <a:pt x="17227" y="2083"/>
                    <a:pt x="16865" y="1999"/>
                    <a:pt x="16419" y="1999"/>
                  </a:cubicBezTo>
                  <a:cubicBezTo>
                    <a:pt x="15332" y="1999"/>
                    <a:pt x="14300" y="1971"/>
                    <a:pt x="13241" y="1832"/>
                  </a:cubicBezTo>
                  <a:cubicBezTo>
                    <a:pt x="12572" y="1720"/>
                    <a:pt x="12377" y="1163"/>
                    <a:pt x="12237" y="577"/>
                  </a:cubicBezTo>
                  <a:cubicBezTo>
                    <a:pt x="12151" y="188"/>
                    <a:pt x="11981" y="1"/>
                    <a:pt x="117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-453604" y="4156740"/>
              <a:ext cx="852535" cy="293631"/>
            </a:xfrm>
            <a:custGeom>
              <a:rect b="b" l="l" r="r" t="t"/>
              <a:pathLst>
                <a:path extrusionOk="0" h="6068" w="17618">
                  <a:moveTo>
                    <a:pt x="11747" y="1"/>
                  </a:moveTo>
                  <a:cubicBezTo>
                    <a:pt x="11634" y="1"/>
                    <a:pt x="11494" y="26"/>
                    <a:pt x="11318" y="71"/>
                  </a:cubicBezTo>
                  <a:cubicBezTo>
                    <a:pt x="10500" y="330"/>
                    <a:pt x="9675" y="455"/>
                    <a:pt x="8850" y="455"/>
                  </a:cubicBezTo>
                  <a:cubicBezTo>
                    <a:pt x="8072" y="455"/>
                    <a:pt x="7295" y="343"/>
                    <a:pt x="6523" y="127"/>
                  </a:cubicBezTo>
                  <a:cubicBezTo>
                    <a:pt x="6273" y="53"/>
                    <a:pt x="6093" y="6"/>
                    <a:pt x="5958" y="6"/>
                  </a:cubicBezTo>
                  <a:cubicBezTo>
                    <a:pt x="5687" y="6"/>
                    <a:pt x="5594" y="192"/>
                    <a:pt x="5464" y="712"/>
                  </a:cubicBezTo>
                  <a:cubicBezTo>
                    <a:pt x="5325" y="1270"/>
                    <a:pt x="5018" y="1744"/>
                    <a:pt x="4377" y="1827"/>
                  </a:cubicBezTo>
                  <a:cubicBezTo>
                    <a:pt x="3513" y="1939"/>
                    <a:pt x="2677" y="1995"/>
                    <a:pt x="1813" y="2078"/>
                  </a:cubicBezTo>
                  <a:cubicBezTo>
                    <a:pt x="1813" y="2023"/>
                    <a:pt x="1813" y="2023"/>
                    <a:pt x="1757" y="1967"/>
                  </a:cubicBezTo>
                  <a:cubicBezTo>
                    <a:pt x="1534" y="1967"/>
                    <a:pt x="1283" y="1939"/>
                    <a:pt x="1032" y="1939"/>
                  </a:cubicBezTo>
                  <a:cubicBezTo>
                    <a:pt x="475" y="1939"/>
                    <a:pt x="1" y="2413"/>
                    <a:pt x="29" y="2942"/>
                  </a:cubicBezTo>
                  <a:cubicBezTo>
                    <a:pt x="81" y="3493"/>
                    <a:pt x="577" y="3895"/>
                    <a:pt x="1145" y="3895"/>
                  </a:cubicBezTo>
                  <a:cubicBezTo>
                    <a:pt x="1182" y="3895"/>
                    <a:pt x="1218" y="3894"/>
                    <a:pt x="1255" y="3890"/>
                  </a:cubicBezTo>
                  <a:cubicBezTo>
                    <a:pt x="2286" y="3779"/>
                    <a:pt x="3346" y="3695"/>
                    <a:pt x="4377" y="3639"/>
                  </a:cubicBezTo>
                  <a:cubicBezTo>
                    <a:pt x="4405" y="3638"/>
                    <a:pt x="4432" y="3637"/>
                    <a:pt x="4459" y="3637"/>
                  </a:cubicBezTo>
                  <a:cubicBezTo>
                    <a:pt x="4912" y="3637"/>
                    <a:pt x="5195" y="3861"/>
                    <a:pt x="5353" y="4308"/>
                  </a:cubicBezTo>
                  <a:cubicBezTo>
                    <a:pt x="5631" y="5061"/>
                    <a:pt x="6189" y="5507"/>
                    <a:pt x="6969" y="5758"/>
                  </a:cubicBezTo>
                  <a:cubicBezTo>
                    <a:pt x="7572" y="5982"/>
                    <a:pt x="8184" y="6067"/>
                    <a:pt x="8801" y="6067"/>
                  </a:cubicBezTo>
                  <a:cubicBezTo>
                    <a:pt x="9184" y="6067"/>
                    <a:pt x="9568" y="6034"/>
                    <a:pt x="9952" y="5981"/>
                  </a:cubicBezTo>
                  <a:cubicBezTo>
                    <a:pt x="11039" y="5786"/>
                    <a:pt x="11931" y="5312"/>
                    <a:pt x="12405" y="4197"/>
                  </a:cubicBezTo>
                  <a:cubicBezTo>
                    <a:pt x="12561" y="3808"/>
                    <a:pt x="12885" y="3636"/>
                    <a:pt x="13287" y="3636"/>
                  </a:cubicBezTo>
                  <a:cubicBezTo>
                    <a:pt x="13318" y="3636"/>
                    <a:pt x="13349" y="3637"/>
                    <a:pt x="13381" y="3639"/>
                  </a:cubicBezTo>
                  <a:cubicBezTo>
                    <a:pt x="14384" y="3695"/>
                    <a:pt x="15388" y="3779"/>
                    <a:pt x="16419" y="3890"/>
                  </a:cubicBezTo>
                  <a:cubicBezTo>
                    <a:pt x="16512" y="3902"/>
                    <a:pt x="16603" y="3909"/>
                    <a:pt x="16691" y="3909"/>
                  </a:cubicBezTo>
                  <a:cubicBezTo>
                    <a:pt x="17028" y="3909"/>
                    <a:pt x="17318" y="3809"/>
                    <a:pt x="17451" y="3500"/>
                  </a:cubicBezTo>
                  <a:cubicBezTo>
                    <a:pt x="17590" y="3193"/>
                    <a:pt x="17618" y="2775"/>
                    <a:pt x="17534" y="2441"/>
                  </a:cubicBezTo>
                  <a:cubicBezTo>
                    <a:pt x="17339" y="2023"/>
                    <a:pt x="16921" y="1939"/>
                    <a:pt x="16475" y="1939"/>
                  </a:cubicBezTo>
                  <a:cubicBezTo>
                    <a:pt x="16099" y="1953"/>
                    <a:pt x="15722" y="1960"/>
                    <a:pt x="15346" y="1960"/>
                  </a:cubicBezTo>
                  <a:cubicBezTo>
                    <a:pt x="14970" y="1960"/>
                    <a:pt x="14593" y="1953"/>
                    <a:pt x="14217" y="1939"/>
                  </a:cubicBezTo>
                  <a:cubicBezTo>
                    <a:pt x="12879" y="1855"/>
                    <a:pt x="12517" y="1577"/>
                    <a:pt x="12266" y="601"/>
                  </a:cubicBezTo>
                  <a:cubicBezTo>
                    <a:pt x="12165" y="176"/>
                    <a:pt x="12049" y="1"/>
                    <a:pt x="11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8"/>
            <p:cNvSpPr/>
            <p:nvPr/>
          </p:nvSpPr>
          <p:spPr>
            <a:xfrm>
              <a:off x="-453604" y="4573599"/>
              <a:ext cx="852535" cy="292760"/>
            </a:xfrm>
            <a:custGeom>
              <a:rect b="b" l="l" r="r" t="t"/>
              <a:pathLst>
                <a:path extrusionOk="0" h="6050" w="17618">
                  <a:moveTo>
                    <a:pt x="11656" y="0"/>
                  </a:moveTo>
                  <a:cubicBezTo>
                    <a:pt x="11578" y="0"/>
                    <a:pt x="11492" y="14"/>
                    <a:pt x="11402" y="42"/>
                  </a:cubicBezTo>
                  <a:cubicBezTo>
                    <a:pt x="10510" y="321"/>
                    <a:pt x="9625" y="460"/>
                    <a:pt x="8747" y="460"/>
                  </a:cubicBezTo>
                  <a:cubicBezTo>
                    <a:pt x="7868" y="460"/>
                    <a:pt x="6997" y="321"/>
                    <a:pt x="6133" y="42"/>
                  </a:cubicBezTo>
                  <a:cubicBezTo>
                    <a:pt x="6052" y="15"/>
                    <a:pt x="5980" y="2"/>
                    <a:pt x="5916" y="2"/>
                  </a:cubicBezTo>
                  <a:cubicBezTo>
                    <a:pt x="5651" y="2"/>
                    <a:pt x="5521" y="213"/>
                    <a:pt x="5408" y="460"/>
                  </a:cubicBezTo>
                  <a:cubicBezTo>
                    <a:pt x="5297" y="739"/>
                    <a:pt x="5269" y="1045"/>
                    <a:pt x="5074" y="1268"/>
                  </a:cubicBezTo>
                  <a:cubicBezTo>
                    <a:pt x="4879" y="1491"/>
                    <a:pt x="4572" y="1770"/>
                    <a:pt x="4238" y="1826"/>
                  </a:cubicBezTo>
                  <a:cubicBezTo>
                    <a:pt x="3206" y="1910"/>
                    <a:pt x="2119" y="1965"/>
                    <a:pt x="1032" y="1965"/>
                  </a:cubicBezTo>
                  <a:cubicBezTo>
                    <a:pt x="447" y="1965"/>
                    <a:pt x="1" y="2300"/>
                    <a:pt x="1" y="2885"/>
                  </a:cubicBezTo>
                  <a:cubicBezTo>
                    <a:pt x="1" y="3490"/>
                    <a:pt x="422" y="3921"/>
                    <a:pt x="962" y="3921"/>
                  </a:cubicBezTo>
                  <a:cubicBezTo>
                    <a:pt x="994" y="3921"/>
                    <a:pt x="1027" y="3920"/>
                    <a:pt x="1060" y="3917"/>
                  </a:cubicBezTo>
                  <a:cubicBezTo>
                    <a:pt x="1924" y="3805"/>
                    <a:pt x="2732" y="3666"/>
                    <a:pt x="3624" y="3638"/>
                  </a:cubicBezTo>
                  <a:cubicBezTo>
                    <a:pt x="3767" y="3629"/>
                    <a:pt x="3899" y="3622"/>
                    <a:pt x="4022" y="3622"/>
                  </a:cubicBezTo>
                  <a:cubicBezTo>
                    <a:pt x="4643" y="3622"/>
                    <a:pt x="5027" y="3780"/>
                    <a:pt x="5353" y="4502"/>
                  </a:cubicBezTo>
                  <a:cubicBezTo>
                    <a:pt x="5631" y="5171"/>
                    <a:pt x="6189" y="5645"/>
                    <a:pt x="6914" y="5812"/>
                  </a:cubicBezTo>
                  <a:cubicBezTo>
                    <a:pt x="7555" y="5982"/>
                    <a:pt x="8184" y="6050"/>
                    <a:pt x="8827" y="6050"/>
                  </a:cubicBezTo>
                  <a:cubicBezTo>
                    <a:pt x="9133" y="6050"/>
                    <a:pt x="9442" y="6034"/>
                    <a:pt x="9757" y="6007"/>
                  </a:cubicBezTo>
                  <a:cubicBezTo>
                    <a:pt x="10928" y="5896"/>
                    <a:pt x="11820" y="5394"/>
                    <a:pt x="12322" y="4279"/>
                  </a:cubicBezTo>
                  <a:cubicBezTo>
                    <a:pt x="12461" y="4000"/>
                    <a:pt x="12851" y="3666"/>
                    <a:pt x="13102" y="3666"/>
                  </a:cubicBezTo>
                  <a:cubicBezTo>
                    <a:pt x="14189" y="3666"/>
                    <a:pt x="15248" y="3777"/>
                    <a:pt x="16336" y="3917"/>
                  </a:cubicBezTo>
                  <a:cubicBezTo>
                    <a:pt x="16420" y="3929"/>
                    <a:pt x="16501" y="3935"/>
                    <a:pt x="16580" y="3935"/>
                  </a:cubicBezTo>
                  <a:cubicBezTo>
                    <a:pt x="16866" y="3935"/>
                    <a:pt x="17114" y="3845"/>
                    <a:pt x="17311" y="3582"/>
                  </a:cubicBezTo>
                  <a:cubicBezTo>
                    <a:pt x="17590" y="3248"/>
                    <a:pt x="17618" y="2829"/>
                    <a:pt x="17395" y="2439"/>
                  </a:cubicBezTo>
                  <a:cubicBezTo>
                    <a:pt x="17172" y="2133"/>
                    <a:pt x="16865" y="1993"/>
                    <a:pt x="16447" y="1993"/>
                  </a:cubicBezTo>
                  <a:cubicBezTo>
                    <a:pt x="15667" y="1993"/>
                    <a:pt x="14942" y="1965"/>
                    <a:pt x="14189" y="1965"/>
                  </a:cubicBezTo>
                  <a:cubicBezTo>
                    <a:pt x="13102" y="1965"/>
                    <a:pt x="12294" y="1603"/>
                    <a:pt x="12099" y="376"/>
                  </a:cubicBezTo>
                  <a:cubicBezTo>
                    <a:pt x="12057" y="125"/>
                    <a:pt x="11889" y="0"/>
                    <a:pt x="116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-452249" y="2910710"/>
              <a:ext cx="859116" cy="292421"/>
            </a:xfrm>
            <a:custGeom>
              <a:rect b="b" l="l" r="r" t="t"/>
              <a:pathLst>
                <a:path extrusionOk="0" h="6043" w="17754">
                  <a:moveTo>
                    <a:pt x="11678" y="1"/>
                  </a:moveTo>
                  <a:cubicBezTo>
                    <a:pt x="11535" y="1"/>
                    <a:pt x="11356" y="44"/>
                    <a:pt x="11123" y="121"/>
                  </a:cubicBezTo>
                  <a:cubicBezTo>
                    <a:pt x="10340" y="355"/>
                    <a:pt x="9565" y="466"/>
                    <a:pt x="8792" y="466"/>
                  </a:cubicBezTo>
                  <a:cubicBezTo>
                    <a:pt x="7997" y="466"/>
                    <a:pt x="7204" y="348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5"/>
                    <a:pt x="5408" y="707"/>
                  </a:cubicBezTo>
                  <a:cubicBezTo>
                    <a:pt x="5213" y="1431"/>
                    <a:pt x="4767" y="1822"/>
                    <a:pt x="4070" y="1933"/>
                  </a:cubicBezTo>
                  <a:cubicBezTo>
                    <a:pt x="3457" y="1989"/>
                    <a:pt x="2816" y="2045"/>
                    <a:pt x="2203" y="2073"/>
                  </a:cubicBezTo>
                  <a:lnTo>
                    <a:pt x="2203" y="2045"/>
                  </a:lnTo>
                  <a:lnTo>
                    <a:pt x="1004" y="2045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59"/>
                    <a:pt x="574" y="3914"/>
                    <a:pt x="1111" y="3914"/>
                  </a:cubicBezTo>
                  <a:cubicBezTo>
                    <a:pt x="1131" y="3914"/>
                    <a:pt x="1151" y="3913"/>
                    <a:pt x="1171" y="3912"/>
                  </a:cubicBezTo>
                  <a:cubicBezTo>
                    <a:pt x="2203" y="3857"/>
                    <a:pt x="3234" y="3773"/>
                    <a:pt x="4293" y="3717"/>
                  </a:cubicBezTo>
                  <a:cubicBezTo>
                    <a:pt x="4341" y="3712"/>
                    <a:pt x="4388" y="3709"/>
                    <a:pt x="4433" y="3709"/>
                  </a:cubicBezTo>
                  <a:cubicBezTo>
                    <a:pt x="4838" y="3709"/>
                    <a:pt x="5146" y="3930"/>
                    <a:pt x="5297" y="4330"/>
                  </a:cubicBezTo>
                  <a:cubicBezTo>
                    <a:pt x="5631" y="5195"/>
                    <a:pt x="6328" y="5752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30"/>
                    <a:pt x="9868" y="6003"/>
                  </a:cubicBezTo>
                  <a:cubicBezTo>
                    <a:pt x="11011" y="5891"/>
                    <a:pt x="11959" y="5390"/>
                    <a:pt x="12405" y="4219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5"/>
                    <a:pt x="15471" y="3773"/>
                    <a:pt x="16531" y="3884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8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9"/>
                  </a:cubicBezTo>
                  <a:cubicBezTo>
                    <a:pt x="16399" y="1999"/>
                    <a:pt x="16210" y="2004"/>
                    <a:pt x="16021" y="2004"/>
                  </a:cubicBezTo>
                  <a:cubicBezTo>
                    <a:pt x="15198" y="2004"/>
                    <a:pt x="14364" y="1918"/>
                    <a:pt x="13548" y="1850"/>
                  </a:cubicBezTo>
                  <a:cubicBezTo>
                    <a:pt x="12823" y="1794"/>
                    <a:pt x="12461" y="1487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8"/>
            <p:cNvSpPr/>
            <p:nvPr/>
          </p:nvSpPr>
          <p:spPr>
            <a:xfrm>
              <a:off x="-452249" y="2493995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49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30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57"/>
                    <a:pt x="574" y="3912"/>
                    <a:pt x="1111" y="3912"/>
                  </a:cubicBezTo>
                  <a:cubicBezTo>
                    <a:pt x="1131" y="3912"/>
                    <a:pt x="1151" y="3912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41" y="3710"/>
                    <a:pt x="4388" y="3707"/>
                    <a:pt x="4433" y="3707"/>
                  </a:cubicBezTo>
                  <a:cubicBezTo>
                    <a:pt x="4838" y="3707"/>
                    <a:pt x="5146" y="3928"/>
                    <a:pt x="5297" y="4329"/>
                  </a:cubicBezTo>
                  <a:cubicBezTo>
                    <a:pt x="5631" y="5193"/>
                    <a:pt x="6328" y="5751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0"/>
                    <a:pt x="16734" y="3900"/>
                  </a:cubicBezTo>
                  <a:cubicBezTo>
                    <a:pt x="17137" y="3900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8"/>
            <p:cNvSpPr/>
            <p:nvPr/>
          </p:nvSpPr>
          <p:spPr>
            <a:xfrm>
              <a:off x="-452249" y="2079120"/>
              <a:ext cx="859116" cy="292518"/>
            </a:xfrm>
            <a:custGeom>
              <a:rect b="b" l="l" r="r" t="t"/>
              <a:pathLst>
                <a:path extrusionOk="0" h="6045" w="17754">
                  <a:moveTo>
                    <a:pt x="11671" y="1"/>
                  </a:moveTo>
                  <a:cubicBezTo>
                    <a:pt x="11530" y="1"/>
                    <a:pt x="11352" y="40"/>
                    <a:pt x="11123" y="108"/>
                  </a:cubicBezTo>
                  <a:cubicBezTo>
                    <a:pt x="10340" y="356"/>
                    <a:pt x="9563" y="474"/>
                    <a:pt x="8790" y="474"/>
                  </a:cubicBezTo>
                  <a:cubicBezTo>
                    <a:pt x="7995" y="474"/>
                    <a:pt x="7204" y="349"/>
                    <a:pt x="6412" y="108"/>
                  </a:cubicBezTo>
                  <a:cubicBezTo>
                    <a:pt x="6226" y="62"/>
                    <a:pt x="6079" y="35"/>
                    <a:pt x="5960" y="35"/>
                  </a:cubicBezTo>
                  <a:cubicBezTo>
                    <a:pt x="5650" y="35"/>
                    <a:pt x="5529" y="218"/>
                    <a:pt x="5408" y="722"/>
                  </a:cubicBezTo>
                  <a:cubicBezTo>
                    <a:pt x="5213" y="1446"/>
                    <a:pt x="4767" y="1837"/>
                    <a:pt x="4070" y="1920"/>
                  </a:cubicBezTo>
                  <a:cubicBezTo>
                    <a:pt x="3457" y="2004"/>
                    <a:pt x="2816" y="2032"/>
                    <a:pt x="2203" y="2087"/>
                  </a:cubicBezTo>
                  <a:lnTo>
                    <a:pt x="2203" y="2032"/>
                  </a:lnTo>
                  <a:lnTo>
                    <a:pt x="1004" y="2032"/>
                  </a:lnTo>
                  <a:cubicBezTo>
                    <a:pt x="447" y="2060"/>
                    <a:pt x="1" y="2533"/>
                    <a:pt x="28" y="3035"/>
                  </a:cubicBezTo>
                  <a:cubicBezTo>
                    <a:pt x="55" y="3547"/>
                    <a:pt x="577" y="3929"/>
                    <a:pt x="1115" y="3929"/>
                  </a:cubicBezTo>
                  <a:cubicBezTo>
                    <a:pt x="1134" y="3929"/>
                    <a:pt x="1153" y="3928"/>
                    <a:pt x="1171" y="3927"/>
                  </a:cubicBezTo>
                  <a:cubicBezTo>
                    <a:pt x="2203" y="3844"/>
                    <a:pt x="3234" y="3788"/>
                    <a:pt x="4293" y="3704"/>
                  </a:cubicBezTo>
                  <a:cubicBezTo>
                    <a:pt x="4323" y="3702"/>
                    <a:pt x="4352" y="3702"/>
                    <a:pt x="4380" y="3702"/>
                  </a:cubicBezTo>
                  <a:cubicBezTo>
                    <a:pt x="4811" y="3702"/>
                    <a:pt x="5140" y="3901"/>
                    <a:pt x="5297" y="4345"/>
                  </a:cubicBezTo>
                  <a:cubicBezTo>
                    <a:pt x="5631" y="5209"/>
                    <a:pt x="6328" y="5767"/>
                    <a:pt x="7248" y="5906"/>
                  </a:cubicBezTo>
                  <a:cubicBezTo>
                    <a:pt x="7839" y="6002"/>
                    <a:pt x="8429" y="6045"/>
                    <a:pt x="9029" y="6045"/>
                  </a:cubicBezTo>
                  <a:cubicBezTo>
                    <a:pt x="9306" y="6045"/>
                    <a:pt x="9586" y="6035"/>
                    <a:pt x="9868" y="6018"/>
                  </a:cubicBezTo>
                  <a:cubicBezTo>
                    <a:pt x="11011" y="5906"/>
                    <a:pt x="11959" y="5377"/>
                    <a:pt x="12405" y="4234"/>
                  </a:cubicBezTo>
                  <a:cubicBezTo>
                    <a:pt x="12560" y="3845"/>
                    <a:pt x="12884" y="3673"/>
                    <a:pt x="13265" y="3673"/>
                  </a:cubicBezTo>
                  <a:cubicBezTo>
                    <a:pt x="13294" y="3673"/>
                    <a:pt x="13323" y="3674"/>
                    <a:pt x="13353" y="3676"/>
                  </a:cubicBezTo>
                  <a:cubicBezTo>
                    <a:pt x="14384" y="3732"/>
                    <a:pt x="15471" y="3788"/>
                    <a:pt x="16531" y="3871"/>
                  </a:cubicBezTo>
                  <a:cubicBezTo>
                    <a:pt x="16601" y="3883"/>
                    <a:pt x="16669" y="3889"/>
                    <a:pt x="16734" y="3889"/>
                  </a:cubicBezTo>
                  <a:cubicBezTo>
                    <a:pt x="17137" y="3889"/>
                    <a:pt x="17442" y="3674"/>
                    <a:pt x="17562" y="3314"/>
                  </a:cubicBezTo>
                  <a:cubicBezTo>
                    <a:pt x="17754" y="2766"/>
                    <a:pt x="17461" y="2003"/>
                    <a:pt x="16631" y="2003"/>
                  </a:cubicBezTo>
                  <a:cubicBezTo>
                    <a:pt x="16616" y="2003"/>
                    <a:pt x="16601" y="2003"/>
                    <a:pt x="16586" y="2004"/>
                  </a:cubicBezTo>
                  <a:cubicBezTo>
                    <a:pt x="16478" y="2007"/>
                    <a:pt x="16369" y="2008"/>
                    <a:pt x="16260" y="2008"/>
                  </a:cubicBezTo>
                  <a:cubicBezTo>
                    <a:pt x="15360" y="2008"/>
                    <a:pt x="14443" y="1914"/>
                    <a:pt x="13548" y="1864"/>
                  </a:cubicBezTo>
                  <a:cubicBezTo>
                    <a:pt x="12823" y="1781"/>
                    <a:pt x="12461" y="1474"/>
                    <a:pt x="12266" y="749"/>
                  </a:cubicBezTo>
                  <a:cubicBezTo>
                    <a:pt x="12130" y="207"/>
                    <a:pt x="11994" y="1"/>
                    <a:pt x="116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8"/>
            <p:cNvSpPr/>
            <p:nvPr/>
          </p:nvSpPr>
          <p:spPr>
            <a:xfrm>
              <a:off x="-452249" y="1663083"/>
              <a:ext cx="859116" cy="292372"/>
            </a:xfrm>
            <a:custGeom>
              <a:rect b="b" l="l" r="r" t="t"/>
              <a:pathLst>
                <a:path extrusionOk="0" h="6042" w="17754">
                  <a:moveTo>
                    <a:pt x="11678" y="0"/>
                  </a:moveTo>
                  <a:cubicBezTo>
                    <a:pt x="11535" y="0"/>
                    <a:pt x="11356" y="43"/>
                    <a:pt x="11123" y="121"/>
                  </a:cubicBezTo>
                  <a:cubicBezTo>
                    <a:pt x="10340" y="354"/>
                    <a:pt x="9565" y="466"/>
                    <a:pt x="8792" y="466"/>
                  </a:cubicBezTo>
                  <a:cubicBezTo>
                    <a:pt x="7997" y="466"/>
                    <a:pt x="7204" y="347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4"/>
                    <a:pt x="5408" y="706"/>
                  </a:cubicBezTo>
                  <a:cubicBezTo>
                    <a:pt x="5213" y="1431"/>
                    <a:pt x="4767" y="1821"/>
                    <a:pt x="4070" y="1933"/>
                  </a:cubicBezTo>
                  <a:cubicBezTo>
                    <a:pt x="3457" y="1988"/>
                    <a:pt x="2816" y="2044"/>
                    <a:pt x="2203" y="2072"/>
                  </a:cubicBezTo>
                  <a:lnTo>
                    <a:pt x="2203" y="2016"/>
                  </a:lnTo>
                  <a:lnTo>
                    <a:pt x="1004" y="2016"/>
                  </a:lnTo>
                  <a:cubicBezTo>
                    <a:pt x="447" y="2072"/>
                    <a:pt x="1" y="2518"/>
                    <a:pt x="28" y="3048"/>
                  </a:cubicBezTo>
                  <a:cubicBezTo>
                    <a:pt x="55" y="3532"/>
                    <a:pt x="577" y="3913"/>
                    <a:pt x="1115" y="3913"/>
                  </a:cubicBezTo>
                  <a:cubicBezTo>
                    <a:pt x="1134" y="3913"/>
                    <a:pt x="1152" y="3913"/>
                    <a:pt x="1171" y="3912"/>
                  </a:cubicBezTo>
                  <a:cubicBezTo>
                    <a:pt x="2203" y="3856"/>
                    <a:pt x="3234" y="3772"/>
                    <a:pt x="4293" y="3717"/>
                  </a:cubicBezTo>
                  <a:cubicBezTo>
                    <a:pt x="4341" y="3711"/>
                    <a:pt x="4388" y="3708"/>
                    <a:pt x="4433" y="3708"/>
                  </a:cubicBezTo>
                  <a:cubicBezTo>
                    <a:pt x="4838" y="3708"/>
                    <a:pt x="5146" y="3929"/>
                    <a:pt x="5297" y="4330"/>
                  </a:cubicBezTo>
                  <a:cubicBezTo>
                    <a:pt x="5631" y="5194"/>
                    <a:pt x="6328" y="5751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29"/>
                    <a:pt x="9868" y="6002"/>
                  </a:cubicBezTo>
                  <a:cubicBezTo>
                    <a:pt x="11011" y="5891"/>
                    <a:pt x="11959" y="5389"/>
                    <a:pt x="12405" y="4218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587" y="3890"/>
                    <a:pt x="16641" y="3893"/>
                    <a:pt x="16695" y="3893"/>
                  </a:cubicBezTo>
                  <a:cubicBezTo>
                    <a:pt x="17116" y="3893"/>
                    <a:pt x="17438" y="3698"/>
                    <a:pt x="17562" y="3326"/>
                  </a:cubicBezTo>
                  <a:cubicBezTo>
                    <a:pt x="17754" y="2778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8"/>
                  </a:cubicBezTo>
                  <a:cubicBezTo>
                    <a:pt x="16399" y="1999"/>
                    <a:pt x="16210" y="2003"/>
                    <a:pt x="16021" y="2003"/>
                  </a:cubicBezTo>
                  <a:cubicBezTo>
                    <a:pt x="15198" y="2003"/>
                    <a:pt x="14364" y="1917"/>
                    <a:pt x="13548" y="1849"/>
                  </a:cubicBezTo>
                  <a:cubicBezTo>
                    <a:pt x="12823" y="1793"/>
                    <a:pt x="12461" y="1459"/>
                    <a:pt x="12266" y="734"/>
                  </a:cubicBezTo>
                  <a:cubicBezTo>
                    <a:pt x="12131" y="214"/>
                    <a:pt x="11996" y="0"/>
                    <a:pt x="116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8"/>
            <p:cNvSpPr/>
            <p:nvPr/>
          </p:nvSpPr>
          <p:spPr>
            <a:xfrm>
              <a:off x="-452249" y="1247675"/>
              <a:ext cx="859116" cy="292711"/>
            </a:xfrm>
            <a:custGeom>
              <a:rect b="b" l="l" r="r" t="t"/>
              <a:pathLst>
                <a:path extrusionOk="0" h="6049" w="17754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1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9"/>
                    <a:pt x="12405" y="4246"/>
                  </a:cubicBezTo>
                  <a:cubicBezTo>
                    <a:pt x="12560" y="3857"/>
                    <a:pt x="12884" y="3685"/>
                    <a:pt x="13265" y="3685"/>
                  </a:cubicBezTo>
                  <a:cubicBezTo>
                    <a:pt x="13294" y="3685"/>
                    <a:pt x="13323" y="3686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5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3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-452249" y="832170"/>
              <a:ext cx="859116" cy="291840"/>
            </a:xfrm>
            <a:custGeom>
              <a:rect b="b" l="l" r="r" t="t"/>
              <a:pathLst>
                <a:path extrusionOk="0" h="6031" w="17754">
                  <a:moveTo>
                    <a:pt x="11678" y="1"/>
                  </a:moveTo>
                  <a:cubicBezTo>
                    <a:pt x="11535" y="1"/>
                    <a:pt x="11356" y="44"/>
                    <a:pt x="11123" y="122"/>
                  </a:cubicBezTo>
                  <a:cubicBezTo>
                    <a:pt x="10340" y="355"/>
                    <a:pt x="9565" y="467"/>
                    <a:pt x="8792" y="467"/>
                  </a:cubicBezTo>
                  <a:cubicBezTo>
                    <a:pt x="7997" y="467"/>
                    <a:pt x="7204" y="348"/>
                    <a:pt x="6412" y="122"/>
                  </a:cubicBezTo>
                  <a:cubicBezTo>
                    <a:pt x="6213" y="64"/>
                    <a:pt x="6059" y="30"/>
                    <a:pt x="5935" y="30"/>
                  </a:cubicBezTo>
                  <a:cubicBezTo>
                    <a:pt x="5643" y="30"/>
                    <a:pt x="5526" y="217"/>
                    <a:pt x="5408" y="707"/>
                  </a:cubicBezTo>
                  <a:cubicBezTo>
                    <a:pt x="5213" y="1432"/>
                    <a:pt x="4767" y="1822"/>
                    <a:pt x="4070" y="1933"/>
                  </a:cubicBezTo>
                  <a:cubicBezTo>
                    <a:pt x="3457" y="1989"/>
                    <a:pt x="2816" y="2017"/>
                    <a:pt x="2203" y="2073"/>
                  </a:cubicBezTo>
                  <a:lnTo>
                    <a:pt x="2203" y="2017"/>
                  </a:lnTo>
                  <a:lnTo>
                    <a:pt x="1004" y="2017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33"/>
                    <a:pt x="577" y="3914"/>
                    <a:pt x="1115" y="3914"/>
                  </a:cubicBezTo>
                  <a:cubicBezTo>
                    <a:pt x="1134" y="3914"/>
                    <a:pt x="1152" y="3914"/>
                    <a:pt x="1171" y="3913"/>
                  </a:cubicBezTo>
                  <a:cubicBezTo>
                    <a:pt x="2203" y="3829"/>
                    <a:pt x="3234" y="3773"/>
                    <a:pt x="4293" y="3690"/>
                  </a:cubicBezTo>
                  <a:cubicBezTo>
                    <a:pt x="4320" y="3688"/>
                    <a:pt x="4346" y="3687"/>
                    <a:pt x="4372" y="3687"/>
                  </a:cubicBezTo>
                  <a:cubicBezTo>
                    <a:pt x="4807" y="3687"/>
                    <a:pt x="5139" y="3910"/>
                    <a:pt x="5297" y="4331"/>
                  </a:cubicBezTo>
                  <a:cubicBezTo>
                    <a:pt x="5631" y="5195"/>
                    <a:pt x="6328" y="5752"/>
                    <a:pt x="7248" y="5892"/>
                  </a:cubicBezTo>
                  <a:cubicBezTo>
                    <a:pt x="7839" y="5987"/>
                    <a:pt x="8429" y="6030"/>
                    <a:pt x="9029" y="6030"/>
                  </a:cubicBezTo>
                  <a:cubicBezTo>
                    <a:pt x="9306" y="6030"/>
                    <a:pt x="9586" y="6021"/>
                    <a:pt x="9868" y="6003"/>
                  </a:cubicBezTo>
                  <a:cubicBezTo>
                    <a:pt x="11011" y="5892"/>
                    <a:pt x="11959" y="5362"/>
                    <a:pt x="12405" y="4219"/>
                  </a:cubicBezTo>
                  <a:cubicBezTo>
                    <a:pt x="12560" y="3831"/>
                    <a:pt x="12884" y="3659"/>
                    <a:pt x="13265" y="3659"/>
                  </a:cubicBezTo>
                  <a:cubicBezTo>
                    <a:pt x="13294" y="3659"/>
                    <a:pt x="13323" y="3660"/>
                    <a:pt x="13353" y="3662"/>
                  </a:cubicBezTo>
                  <a:cubicBezTo>
                    <a:pt x="14384" y="3745"/>
                    <a:pt x="15471" y="3773"/>
                    <a:pt x="16531" y="3885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9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9"/>
                    <a:pt x="16586" y="1989"/>
                  </a:cubicBezTo>
                  <a:cubicBezTo>
                    <a:pt x="16452" y="1993"/>
                    <a:pt x="16317" y="1995"/>
                    <a:pt x="16182" y="1995"/>
                  </a:cubicBezTo>
                  <a:cubicBezTo>
                    <a:pt x="15307" y="1995"/>
                    <a:pt x="14417" y="1922"/>
                    <a:pt x="13548" y="1850"/>
                  </a:cubicBezTo>
                  <a:cubicBezTo>
                    <a:pt x="12823" y="1794"/>
                    <a:pt x="12461" y="1460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-452249" y="416811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8"/>
            <p:cNvSpPr/>
            <p:nvPr/>
          </p:nvSpPr>
          <p:spPr>
            <a:xfrm>
              <a:off x="-452249" y="-1"/>
              <a:ext cx="859116" cy="292760"/>
            </a:xfrm>
            <a:custGeom>
              <a:rect b="b" l="l" r="r" t="t"/>
              <a:pathLst>
                <a:path extrusionOk="0" h="6050" w="17754">
                  <a:moveTo>
                    <a:pt x="11674" y="1"/>
                  </a:moveTo>
                  <a:cubicBezTo>
                    <a:pt x="11532" y="1"/>
                    <a:pt x="11353" y="44"/>
                    <a:pt x="11123" y="121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1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4"/>
                    <a:pt x="5408" y="706"/>
                  </a:cubicBezTo>
                  <a:cubicBezTo>
                    <a:pt x="5213" y="1459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2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2"/>
                    <a:pt x="1" y="2518"/>
                    <a:pt x="28" y="3047"/>
                  </a:cubicBezTo>
                  <a:cubicBezTo>
                    <a:pt x="55" y="3543"/>
                    <a:pt x="545" y="3917"/>
                    <a:pt x="1065" y="3917"/>
                  </a:cubicBezTo>
                  <a:cubicBezTo>
                    <a:pt x="1100" y="3917"/>
                    <a:pt x="1136" y="3915"/>
                    <a:pt x="1171" y="3912"/>
                  </a:cubicBezTo>
                  <a:cubicBezTo>
                    <a:pt x="2203" y="3856"/>
                    <a:pt x="3234" y="3772"/>
                    <a:pt x="4293" y="3716"/>
                  </a:cubicBezTo>
                  <a:cubicBezTo>
                    <a:pt x="4323" y="3715"/>
                    <a:pt x="4352" y="3714"/>
                    <a:pt x="4381" y="3714"/>
                  </a:cubicBezTo>
                  <a:cubicBezTo>
                    <a:pt x="4812" y="3714"/>
                    <a:pt x="5140" y="3911"/>
                    <a:pt x="5297" y="4330"/>
                  </a:cubicBezTo>
                  <a:cubicBezTo>
                    <a:pt x="5631" y="5222"/>
                    <a:pt x="6328" y="5779"/>
                    <a:pt x="7248" y="5919"/>
                  </a:cubicBezTo>
                  <a:cubicBezTo>
                    <a:pt x="7788" y="6006"/>
                    <a:pt x="8328" y="6049"/>
                    <a:pt x="8875" y="6049"/>
                  </a:cubicBezTo>
                  <a:cubicBezTo>
                    <a:pt x="9203" y="6049"/>
                    <a:pt x="9534" y="6034"/>
                    <a:pt x="9868" y="6002"/>
                  </a:cubicBezTo>
                  <a:cubicBezTo>
                    <a:pt x="11011" y="5919"/>
                    <a:pt x="11959" y="5389"/>
                    <a:pt x="12405" y="4246"/>
                  </a:cubicBezTo>
                  <a:cubicBezTo>
                    <a:pt x="12554" y="3875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9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6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6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7"/>
                  </a:cubicBezTo>
                  <a:cubicBezTo>
                    <a:pt x="12823" y="1793"/>
                    <a:pt x="12461" y="1486"/>
                    <a:pt x="12266" y="762"/>
                  </a:cubicBezTo>
                  <a:cubicBezTo>
                    <a:pt x="12130" y="220"/>
                    <a:pt x="11995" y="1"/>
                    <a:pt x="116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-349716" y="4932539"/>
              <a:ext cx="639184" cy="232466"/>
            </a:xfrm>
            <a:custGeom>
              <a:rect b="b" l="l" r="r" t="t"/>
              <a:pathLst>
                <a:path extrusionOk="0" h="4804" w="13209">
                  <a:moveTo>
                    <a:pt x="8759" y="0"/>
                  </a:moveTo>
                  <a:cubicBezTo>
                    <a:pt x="8709" y="0"/>
                    <a:pt x="8651" y="13"/>
                    <a:pt x="8586" y="39"/>
                  </a:cubicBezTo>
                  <a:cubicBezTo>
                    <a:pt x="7958" y="262"/>
                    <a:pt x="7317" y="366"/>
                    <a:pt x="6673" y="366"/>
                  </a:cubicBezTo>
                  <a:cubicBezTo>
                    <a:pt x="6028" y="366"/>
                    <a:pt x="5380" y="262"/>
                    <a:pt x="4739" y="67"/>
                  </a:cubicBezTo>
                  <a:cubicBezTo>
                    <a:pt x="4625" y="26"/>
                    <a:pt x="4538" y="4"/>
                    <a:pt x="4468" y="4"/>
                  </a:cubicBezTo>
                  <a:cubicBezTo>
                    <a:pt x="4298" y="4"/>
                    <a:pt x="4233" y="133"/>
                    <a:pt x="4153" y="429"/>
                  </a:cubicBezTo>
                  <a:cubicBezTo>
                    <a:pt x="3986" y="1014"/>
                    <a:pt x="3707" y="1516"/>
                    <a:pt x="3011" y="1516"/>
                  </a:cubicBezTo>
                  <a:cubicBezTo>
                    <a:pt x="2258" y="1544"/>
                    <a:pt x="1561" y="1600"/>
                    <a:pt x="836" y="1655"/>
                  </a:cubicBezTo>
                  <a:cubicBezTo>
                    <a:pt x="836" y="1572"/>
                    <a:pt x="808" y="1544"/>
                    <a:pt x="781" y="1460"/>
                  </a:cubicBezTo>
                  <a:cubicBezTo>
                    <a:pt x="558" y="1600"/>
                    <a:pt x="307" y="1711"/>
                    <a:pt x="223" y="1878"/>
                  </a:cubicBezTo>
                  <a:cubicBezTo>
                    <a:pt x="0" y="2213"/>
                    <a:pt x="0" y="2575"/>
                    <a:pt x="279" y="2826"/>
                  </a:cubicBezTo>
                  <a:cubicBezTo>
                    <a:pt x="446" y="2993"/>
                    <a:pt x="725" y="3077"/>
                    <a:pt x="948" y="3077"/>
                  </a:cubicBezTo>
                  <a:cubicBezTo>
                    <a:pt x="1673" y="3049"/>
                    <a:pt x="2369" y="2938"/>
                    <a:pt x="3094" y="2854"/>
                  </a:cubicBezTo>
                  <a:cubicBezTo>
                    <a:pt x="3119" y="2853"/>
                    <a:pt x="3144" y="2852"/>
                    <a:pt x="3168" y="2852"/>
                  </a:cubicBezTo>
                  <a:cubicBezTo>
                    <a:pt x="3624" y="2852"/>
                    <a:pt x="3883" y="3100"/>
                    <a:pt x="4042" y="3523"/>
                  </a:cubicBezTo>
                  <a:cubicBezTo>
                    <a:pt x="4265" y="3997"/>
                    <a:pt x="4572" y="4359"/>
                    <a:pt x="5073" y="4527"/>
                  </a:cubicBezTo>
                  <a:cubicBezTo>
                    <a:pt x="5569" y="4717"/>
                    <a:pt x="6077" y="4803"/>
                    <a:pt x="6598" y="4803"/>
                  </a:cubicBezTo>
                  <a:cubicBezTo>
                    <a:pt x="6840" y="4803"/>
                    <a:pt x="7084" y="4785"/>
                    <a:pt x="7331" y="4750"/>
                  </a:cubicBezTo>
                  <a:cubicBezTo>
                    <a:pt x="8223" y="4638"/>
                    <a:pt x="8892" y="4248"/>
                    <a:pt x="9255" y="3356"/>
                  </a:cubicBezTo>
                  <a:cubicBezTo>
                    <a:pt x="9384" y="3019"/>
                    <a:pt x="9586" y="2851"/>
                    <a:pt x="9904" y="2851"/>
                  </a:cubicBezTo>
                  <a:cubicBezTo>
                    <a:pt x="9928" y="2851"/>
                    <a:pt x="9954" y="2852"/>
                    <a:pt x="9979" y="2854"/>
                  </a:cubicBezTo>
                  <a:cubicBezTo>
                    <a:pt x="10732" y="2938"/>
                    <a:pt x="11513" y="3049"/>
                    <a:pt x="12265" y="3105"/>
                  </a:cubicBezTo>
                  <a:cubicBezTo>
                    <a:pt x="12280" y="3106"/>
                    <a:pt x="12295" y="3106"/>
                    <a:pt x="12310" y="3106"/>
                  </a:cubicBezTo>
                  <a:cubicBezTo>
                    <a:pt x="12793" y="3106"/>
                    <a:pt x="13209" y="2670"/>
                    <a:pt x="13074" y="2129"/>
                  </a:cubicBezTo>
                  <a:cubicBezTo>
                    <a:pt x="12934" y="1683"/>
                    <a:pt x="12655" y="1572"/>
                    <a:pt x="12182" y="1572"/>
                  </a:cubicBezTo>
                  <a:cubicBezTo>
                    <a:pt x="11429" y="1572"/>
                    <a:pt x="10676" y="1572"/>
                    <a:pt x="9952" y="1460"/>
                  </a:cubicBezTo>
                  <a:cubicBezTo>
                    <a:pt x="9366" y="1405"/>
                    <a:pt x="9171" y="875"/>
                    <a:pt x="9060" y="345"/>
                  </a:cubicBezTo>
                  <a:cubicBezTo>
                    <a:pt x="9017" y="132"/>
                    <a:pt x="8925" y="0"/>
                    <a:pt x="8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p18"/>
          <p:cNvSpPr txBox="1"/>
          <p:nvPr>
            <p:ph type="title"/>
          </p:nvPr>
        </p:nvSpPr>
        <p:spPr>
          <a:xfrm>
            <a:off x="2046563" y="1267350"/>
            <a:ext cx="5050800" cy="15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1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9" name="Google Shape;169;p18"/>
          <p:cNvSpPr txBox="1"/>
          <p:nvPr>
            <p:ph idx="1" type="subTitle"/>
          </p:nvPr>
        </p:nvSpPr>
        <p:spPr>
          <a:xfrm>
            <a:off x="2046638" y="2923000"/>
            <a:ext cx="50508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20"/>
          <p:cNvGrpSpPr/>
          <p:nvPr/>
        </p:nvGrpSpPr>
        <p:grpSpPr>
          <a:xfrm>
            <a:off x="6884682" y="-773054"/>
            <a:ext cx="1546086" cy="1546118"/>
            <a:chOff x="7339425" y="1867300"/>
            <a:chExt cx="1188200" cy="1188225"/>
          </a:xfrm>
        </p:grpSpPr>
        <p:sp>
          <p:nvSpPr>
            <p:cNvPr id="173" name="Google Shape;173;p20"/>
            <p:cNvSpPr/>
            <p:nvPr/>
          </p:nvSpPr>
          <p:spPr>
            <a:xfrm>
              <a:off x="7339425" y="1867300"/>
              <a:ext cx="1188200" cy="1188225"/>
            </a:xfrm>
            <a:custGeom>
              <a:rect b="b" l="l" r="r" t="t"/>
              <a:pathLst>
                <a:path extrusionOk="0" h="47529" w="47528">
                  <a:moveTo>
                    <a:pt x="23778" y="1"/>
                  </a:moveTo>
                  <a:cubicBezTo>
                    <a:pt x="10649" y="1"/>
                    <a:pt x="0" y="10621"/>
                    <a:pt x="0" y="23751"/>
                  </a:cubicBezTo>
                  <a:cubicBezTo>
                    <a:pt x="0" y="36880"/>
                    <a:pt x="10649" y="47528"/>
                    <a:pt x="23778" y="47528"/>
                  </a:cubicBezTo>
                  <a:cubicBezTo>
                    <a:pt x="36907" y="47528"/>
                    <a:pt x="47528" y="36880"/>
                    <a:pt x="47528" y="23751"/>
                  </a:cubicBezTo>
                  <a:cubicBezTo>
                    <a:pt x="47528" y="10621"/>
                    <a:pt x="36907" y="1"/>
                    <a:pt x="23778" y="1"/>
                  </a:cubicBezTo>
                  <a:close/>
                </a:path>
              </a:pathLst>
            </a:custGeom>
            <a:solidFill>
              <a:srgbClr val="5785A8">
                <a:alpha val="1843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0"/>
            <p:cNvSpPr/>
            <p:nvPr/>
          </p:nvSpPr>
          <p:spPr>
            <a:xfrm>
              <a:off x="7519225" y="2046400"/>
              <a:ext cx="829300" cy="829325"/>
            </a:xfrm>
            <a:custGeom>
              <a:rect b="b" l="l" r="r" t="t"/>
              <a:pathLst>
                <a:path extrusionOk="0" h="33173" w="33172">
                  <a:moveTo>
                    <a:pt x="16586" y="1"/>
                  </a:moveTo>
                  <a:cubicBezTo>
                    <a:pt x="7415" y="1"/>
                    <a:pt x="0" y="7444"/>
                    <a:pt x="0" y="16587"/>
                  </a:cubicBezTo>
                  <a:cubicBezTo>
                    <a:pt x="0" y="25758"/>
                    <a:pt x="7415" y="33172"/>
                    <a:pt x="16586" y="33172"/>
                  </a:cubicBezTo>
                  <a:cubicBezTo>
                    <a:pt x="25729" y="33172"/>
                    <a:pt x="33172" y="25758"/>
                    <a:pt x="33172" y="16587"/>
                  </a:cubicBezTo>
                  <a:cubicBezTo>
                    <a:pt x="33172" y="7444"/>
                    <a:pt x="25729" y="1"/>
                    <a:pt x="16586" y="1"/>
                  </a:cubicBezTo>
                  <a:close/>
                </a:path>
              </a:pathLst>
            </a:custGeom>
            <a:solidFill>
              <a:srgbClr val="5785A8">
                <a:alpha val="345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7670450" y="2198325"/>
              <a:ext cx="526150" cy="526175"/>
            </a:xfrm>
            <a:custGeom>
              <a:rect b="b" l="l" r="r" t="t"/>
              <a:pathLst>
                <a:path extrusionOk="0" h="21047" w="21046">
                  <a:moveTo>
                    <a:pt x="10537" y="1"/>
                  </a:moveTo>
                  <a:cubicBezTo>
                    <a:pt x="4711" y="1"/>
                    <a:pt x="0" y="4712"/>
                    <a:pt x="0" y="10510"/>
                  </a:cubicBezTo>
                  <a:cubicBezTo>
                    <a:pt x="0" y="16336"/>
                    <a:pt x="4711" y="21047"/>
                    <a:pt x="10537" y="21047"/>
                  </a:cubicBezTo>
                  <a:cubicBezTo>
                    <a:pt x="16335" y="21047"/>
                    <a:pt x="21046" y="16336"/>
                    <a:pt x="21046" y="10510"/>
                  </a:cubicBezTo>
                  <a:cubicBezTo>
                    <a:pt x="21046" y="4712"/>
                    <a:pt x="16335" y="1"/>
                    <a:pt x="105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" name="Google Shape;176;p20"/>
          <p:cNvGrpSpPr/>
          <p:nvPr/>
        </p:nvGrpSpPr>
        <p:grpSpPr>
          <a:xfrm>
            <a:off x="713232" y="4370436"/>
            <a:ext cx="1546086" cy="1546118"/>
            <a:chOff x="7339425" y="1867300"/>
            <a:chExt cx="1188200" cy="1188225"/>
          </a:xfrm>
        </p:grpSpPr>
        <p:sp>
          <p:nvSpPr>
            <p:cNvPr id="177" name="Google Shape;177;p20"/>
            <p:cNvSpPr/>
            <p:nvPr/>
          </p:nvSpPr>
          <p:spPr>
            <a:xfrm>
              <a:off x="7339425" y="1867300"/>
              <a:ext cx="1188200" cy="1188225"/>
            </a:xfrm>
            <a:custGeom>
              <a:rect b="b" l="l" r="r" t="t"/>
              <a:pathLst>
                <a:path extrusionOk="0" h="47529" w="47528">
                  <a:moveTo>
                    <a:pt x="23778" y="1"/>
                  </a:moveTo>
                  <a:cubicBezTo>
                    <a:pt x="10649" y="1"/>
                    <a:pt x="0" y="10621"/>
                    <a:pt x="0" y="23751"/>
                  </a:cubicBezTo>
                  <a:cubicBezTo>
                    <a:pt x="0" y="36880"/>
                    <a:pt x="10649" y="47528"/>
                    <a:pt x="23778" y="47528"/>
                  </a:cubicBezTo>
                  <a:cubicBezTo>
                    <a:pt x="36907" y="47528"/>
                    <a:pt x="47528" y="36880"/>
                    <a:pt x="47528" y="23751"/>
                  </a:cubicBezTo>
                  <a:cubicBezTo>
                    <a:pt x="47528" y="10621"/>
                    <a:pt x="36907" y="1"/>
                    <a:pt x="23778" y="1"/>
                  </a:cubicBezTo>
                  <a:close/>
                </a:path>
              </a:pathLst>
            </a:custGeom>
            <a:solidFill>
              <a:srgbClr val="5785A8">
                <a:alpha val="1843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7519225" y="2046400"/>
              <a:ext cx="829300" cy="829325"/>
            </a:xfrm>
            <a:custGeom>
              <a:rect b="b" l="l" r="r" t="t"/>
              <a:pathLst>
                <a:path extrusionOk="0" h="33173" w="33172">
                  <a:moveTo>
                    <a:pt x="16586" y="1"/>
                  </a:moveTo>
                  <a:cubicBezTo>
                    <a:pt x="7415" y="1"/>
                    <a:pt x="0" y="7444"/>
                    <a:pt x="0" y="16587"/>
                  </a:cubicBezTo>
                  <a:cubicBezTo>
                    <a:pt x="0" y="25758"/>
                    <a:pt x="7415" y="33172"/>
                    <a:pt x="16586" y="33172"/>
                  </a:cubicBezTo>
                  <a:cubicBezTo>
                    <a:pt x="25729" y="33172"/>
                    <a:pt x="33172" y="25758"/>
                    <a:pt x="33172" y="16587"/>
                  </a:cubicBezTo>
                  <a:cubicBezTo>
                    <a:pt x="33172" y="7444"/>
                    <a:pt x="25729" y="1"/>
                    <a:pt x="16586" y="1"/>
                  </a:cubicBezTo>
                  <a:close/>
                </a:path>
              </a:pathLst>
            </a:custGeom>
            <a:solidFill>
              <a:srgbClr val="5785A8">
                <a:alpha val="345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7670450" y="2198325"/>
              <a:ext cx="526150" cy="526175"/>
            </a:xfrm>
            <a:custGeom>
              <a:rect b="b" l="l" r="r" t="t"/>
              <a:pathLst>
                <a:path extrusionOk="0" h="21047" w="21046">
                  <a:moveTo>
                    <a:pt x="10537" y="1"/>
                  </a:moveTo>
                  <a:cubicBezTo>
                    <a:pt x="4711" y="1"/>
                    <a:pt x="0" y="4712"/>
                    <a:pt x="0" y="10510"/>
                  </a:cubicBezTo>
                  <a:cubicBezTo>
                    <a:pt x="0" y="16336"/>
                    <a:pt x="4711" y="21047"/>
                    <a:pt x="10537" y="21047"/>
                  </a:cubicBezTo>
                  <a:cubicBezTo>
                    <a:pt x="16335" y="21047"/>
                    <a:pt x="21046" y="16336"/>
                    <a:pt x="21046" y="10510"/>
                  </a:cubicBezTo>
                  <a:cubicBezTo>
                    <a:pt x="21046" y="4712"/>
                    <a:pt x="16335" y="1"/>
                    <a:pt x="105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0" name="Google Shape;180;p20"/>
          <p:cNvGrpSpPr/>
          <p:nvPr/>
        </p:nvGrpSpPr>
        <p:grpSpPr>
          <a:xfrm>
            <a:off x="-454483" y="-10753"/>
            <a:ext cx="865842" cy="5165006"/>
            <a:chOff x="-458975" y="-1"/>
            <a:chExt cx="865842" cy="5165006"/>
          </a:xfrm>
        </p:grpSpPr>
        <p:sp>
          <p:nvSpPr>
            <p:cNvPr id="181" name="Google Shape;181;p20"/>
            <p:cNvSpPr/>
            <p:nvPr/>
          </p:nvSpPr>
          <p:spPr>
            <a:xfrm>
              <a:off x="-458975" y="3326988"/>
              <a:ext cx="855245" cy="295131"/>
            </a:xfrm>
            <a:custGeom>
              <a:rect b="b" l="l" r="r" t="t"/>
              <a:pathLst>
                <a:path extrusionOk="0" h="6099" w="17674">
                  <a:moveTo>
                    <a:pt x="11736" y="1"/>
                  </a:moveTo>
                  <a:cubicBezTo>
                    <a:pt x="11619" y="1"/>
                    <a:pt x="11474" y="28"/>
                    <a:pt x="11290" y="76"/>
                  </a:cubicBezTo>
                  <a:cubicBezTo>
                    <a:pt x="10457" y="334"/>
                    <a:pt x="9633" y="460"/>
                    <a:pt x="8808" y="460"/>
                  </a:cubicBezTo>
                  <a:cubicBezTo>
                    <a:pt x="8030" y="460"/>
                    <a:pt x="7252" y="348"/>
                    <a:pt x="6467" y="132"/>
                  </a:cubicBezTo>
                  <a:cubicBezTo>
                    <a:pt x="6226" y="57"/>
                    <a:pt x="6052" y="11"/>
                    <a:pt x="5921" y="11"/>
                  </a:cubicBezTo>
                  <a:cubicBezTo>
                    <a:pt x="5659" y="11"/>
                    <a:pt x="5566" y="197"/>
                    <a:pt x="5436" y="717"/>
                  </a:cubicBezTo>
                  <a:cubicBezTo>
                    <a:pt x="5296" y="1275"/>
                    <a:pt x="5046" y="1749"/>
                    <a:pt x="4460" y="1832"/>
                  </a:cubicBezTo>
                  <a:cubicBezTo>
                    <a:pt x="3401" y="1944"/>
                    <a:pt x="2342" y="1972"/>
                    <a:pt x="1282" y="1972"/>
                  </a:cubicBezTo>
                  <a:cubicBezTo>
                    <a:pt x="864" y="1972"/>
                    <a:pt x="474" y="2027"/>
                    <a:pt x="251" y="2390"/>
                  </a:cubicBezTo>
                  <a:cubicBezTo>
                    <a:pt x="0" y="2724"/>
                    <a:pt x="0" y="3142"/>
                    <a:pt x="251" y="3505"/>
                  </a:cubicBezTo>
                  <a:cubicBezTo>
                    <a:pt x="452" y="3807"/>
                    <a:pt x="767" y="3927"/>
                    <a:pt x="1155" y="3927"/>
                  </a:cubicBezTo>
                  <a:cubicBezTo>
                    <a:pt x="1197" y="3927"/>
                    <a:pt x="1239" y="3926"/>
                    <a:pt x="1282" y="3923"/>
                  </a:cubicBezTo>
                  <a:cubicBezTo>
                    <a:pt x="2258" y="3811"/>
                    <a:pt x="3234" y="3728"/>
                    <a:pt x="4209" y="3672"/>
                  </a:cubicBezTo>
                  <a:cubicBezTo>
                    <a:pt x="4239" y="3671"/>
                    <a:pt x="4267" y="3670"/>
                    <a:pt x="4295" y="3670"/>
                  </a:cubicBezTo>
                  <a:cubicBezTo>
                    <a:pt x="4881" y="3670"/>
                    <a:pt x="5195" y="3946"/>
                    <a:pt x="5408" y="4425"/>
                  </a:cubicBezTo>
                  <a:cubicBezTo>
                    <a:pt x="5715" y="5094"/>
                    <a:pt x="6244" y="5567"/>
                    <a:pt x="6941" y="5790"/>
                  </a:cubicBezTo>
                  <a:cubicBezTo>
                    <a:pt x="7576" y="6002"/>
                    <a:pt x="8227" y="6099"/>
                    <a:pt x="8880" y="6099"/>
                  </a:cubicBezTo>
                  <a:cubicBezTo>
                    <a:pt x="9433" y="6099"/>
                    <a:pt x="9988" y="6030"/>
                    <a:pt x="10537" y="5902"/>
                  </a:cubicBezTo>
                  <a:cubicBezTo>
                    <a:pt x="11290" y="5735"/>
                    <a:pt x="11959" y="5317"/>
                    <a:pt x="12265" y="4536"/>
                  </a:cubicBezTo>
                  <a:cubicBezTo>
                    <a:pt x="12516" y="3960"/>
                    <a:pt x="12879" y="3631"/>
                    <a:pt x="13456" y="3631"/>
                  </a:cubicBezTo>
                  <a:cubicBezTo>
                    <a:pt x="13521" y="3631"/>
                    <a:pt x="13588" y="3636"/>
                    <a:pt x="13659" y="3644"/>
                  </a:cubicBezTo>
                  <a:cubicBezTo>
                    <a:pt x="14607" y="3700"/>
                    <a:pt x="15555" y="3811"/>
                    <a:pt x="16419" y="3895"/>
                  </a:cubicBezTo>
                  <a:cubicBezTo>
                    <a:pt x="16455" y="3897"/>
                    <a:pt x="16491" y="3898"/>
                    <a:pt x="16527" y="3898"/>
                  </a:cubicBezTo>
                  <a:cubicBezTo>
                    <a:pt x="16923" y="3898"/>
                    <a:pt x="17245" y="3754"/>
                    <a:pt x="17450" y="3421"/>
                  </a:cubicBezTo>
                  <a:cubicBezTo>
                    <a:pt x="17673" y="3087"/>
                    <a:pt x="17673" y="2696"/>
                    <a:pt x="17422" y="2362"/>
                  </a:cubicBezTo>
                  <a:cubicBezTo>
                    <a:pt x="17171" y="2027"/>
                    <a:pt x="16837" y="1944"/>
                    <a:pt x="16419" y="1944"/>
                  </a:cubicBezTo>
                  <a:cubicBezTo>
                    <a:pt x="15499" y="1944"/>
                    <a:pt x="14551" y="1888"/>
                    <a:pt x="13631" y="1860"/>
                  </a:cubicBezTo>
                  <a:cubicBezTo>
                    <a:pt x="12823" y="1832"/>
                    <a:pt x="12405" y="1386"/>
                    <a:pt x="12237" y="606"/>
                  </a:cubicBezTo>
                  <a:cubicBezTo>
                    <a:pt x="12138" y="169"/>
                    <a:pt x="12025" y="1"/>
                    <a:pt x="11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0"/>
            <p:cNvSpPr/>
            <p:nvPr/>
          </p:nvSpPr>
          <p:spPr>
            <a:xfrm>
              <a:off x="-458975" y="3731654"/>
              <a:ext cx="857906" cy="297308"/>
            </a:xfrm>
            <a:custGeom>
              <a:rect b="b" l="l" r="r" t="t"/>
              <a:pathLst>
                <a:path extrusionOk="0" h="6144" w="17729">
                  <a:moveTo>
                    <a:pt x="11714" y="1"/>
                  </a:moveTo>
                  <a:cubicBezTo>
                    <a:pt x="11637" y="1"/>
                    <a:pt x="11551" y="16"/>
                    <a:pt x="11457" y="48"/>
                  </a:cubicBezTo>
                  <a:cubicBezTo>
                    <a:pt x="10582" y="330"/>
                    <a:pt x="9700" y="476"/>
                    <a:pt x="8819" y="476"/>
                  </a:cubicBezTo>
                  <a:cubicBezTo>
                    <a:pt x="7958" y="476"/>
                    <a:pt x="7098" y="337"/>
                    <a:pt x="6244" y="48"/>
                  </a:cubicBezTo>
                  <a:cubicBezTo>
                    <a:pt x="6162" y="22"/>
                    <a:pt x="6088" y="10"/>
                    <a:pt x="6021" y="10"/>
                  </a:cubicBezTo>
                  <a:cubicBezTo>
                    <a:pt x="5796" y="10"/>
                    <a:pt x="5655" y="152"/>
                    <a:pt x="5547" y="410"/>
                  </a:cubicBezTo>
                  <a:cubicBezTo>
                    <a:pt x="5464" y="577"/>
                    <a:pt x="5436" y="772"/>
                    <a:pt x="5380" y="968"/>
                  </a:cubicBezTo>
                  <a:cubicBezTo>
                    <a:pt x="5185" y="1441"/>
                    <a:pt x="4878" y="1832"/>
                    <a:pt x="4349" y="1860"/>
                  </a:cubicBezTo>
                  <a:cubicBezTo>
                    <a:pt x="3345" y="1943"/>
                    <a:pt x="2314" y="1971"/>
                    <a:pt x="1255" y="1999"/>
                  </a:cubicBezTo>
                  <a:cubicBezTo>
                    <a:pt x="809" y="1999"/>
                    <a:pt x="446" y="2083"/>
                    <a:pt x="195" y="2445"/>
                  </a:cubicBezTo>
                  <a:cubicBezTo>
                    <a:pt x="0" y="2807"/>
                    <a:pt x="0" y="3198"/>
                    <a:pt x="251" y="3532"/>
                  </a:cubicBezTo>
                  <a:cubicBezTo>
                    <a:pt x="473" y="3842"/>
                    <a:pt x="747" y="3976"/>
                    <a:pt x="1088" y="3976"/>
                  </a:cubicBezTo>
                  <a:cubicBezTo>
                    <a:pt x="1176" y="3976"/>
                    <a:pt x="1269" y="3967"/>
                    <a:pt x="1366" y="3950"/>
                  </a:cubicBezTo>
                  <a:cubicBezTo>
                    <a:pt x="2230" y="3839"/>
                    <a:pt x="3122" y="3783"/>
                    <a:pt x="4014" y="3671"/>
                  </a:cubicBezTo>
                  <a:cubicBezTo>
                    <a:pt x="4101" y="3658"/>
                    <a:pt x="4184" y="3652"/>
                    <a:pt x="4263" y="3652"/>
                  </a:cubicBezTo>
                  <a:cubicBezTo>
                    <a:pt x="4843" y="3652"/>
                    <a:pt x="5218" y="4006"/>
                    <a:pt x="5464" y="4619"/>
                  </a:cubicBezTo>
                  <a:cubicBezTo>
                    <a:pt x="5742" y="5205"/>
                    <a:pt x="6244" y="5623"/>
                    <a:pt x="6857" y="5846"/>
                  </a:cubicBezTo>
                  <a:cubicBezTo>
                    <a:pt x="7485" y="6055"/>
                    <a:pt x="8121" y="6143"/>
                    <a:pt x="8766" y="6143"/>
                  </a:cubicBezTo>
                  <a:cubicBezTo>
                    <a:pt x="9240" y="6143"/>
                    <a:pt x="9719" y="6096"/>
                    <a:pt x="10203" y="6013"/>
                  </a:cubicBezTo>
                  <a:cubicBezTo>
                    <a:pt x="11262" y="5846"/>
                    <a:pt x="12014" y="5316"/>
                    <a:pt x="12433" y="4313"/>
                  </a:cubicBezTo>
                  <a:cubicBezTo>
                    <a:pt x="12564" y="3918"/>
                    <a:pt x="12894" y="3697"/>
                    <a:pt x="13306" y="3697"/>
                  </a:cubicBezTo>
                  <a:cubicBezTo>
                    <a:pt x="13331" y="3697"/>
                    <a:pt x="13355" y="3698"/>
                    <a:pt x="13380" y="3699"/>
                  </a:cubicBezTo>
                  <a:cubicBezTo>
                    <a:pt x="14384" y="3783"/>
                    <a:pt x="15415" y="3839"/>
                    <a:pt x="16419" y="3950"/>
                  </a:cubicBezTo>
                  <a:cubicBezTo>
                    <a:pt x="16510" y="3967"/>
                    <a:pt x="16599" y="3976"/>
                    <a:pt x="16686" y="3976"/>
                  </a:cubicBezTo>
                  <a:cubicBezTo>
                    <a:pt x="17019" y="3976"/>
                    <a:pt x="17306" y="3842"/>
                    <a:pt x="17506" y="3532"/>
                  </a:cubicBezTo>
                  <a:cubicBezTo>
                    <a:pt x="17729" y="3198"/>
                    <a:pt x="17729" y="2807"/>
                    <a:pt x="17506" y="2445"/>
                  </a:cubicBezTo>
                  <a:cubicBezTo>
                    <a:pt x="17227" y="2083"/>
                    <a:pt x="16865" y="1999"/>
                    <a:pt x="16419" y="1999"/>
                  </a:cubicBezTo>
                  <a:cubicBezTo>
                    <a:pt x="15332" y="1999"/>
                    <a:pt x="14300" y="1971"/>
                    <a:pt x="13241" y="1832"/>
                  </a:cubicBezTo>
                  <a:cubicBezTo>
                    <a:pt x="12572" y="1720"/>
                    <a:pt x="12377" y="1163"/>
                    <a:pt x="12237" y="577"/>
                  </a:cubicBezTo>
                  <a:cubicBezTo>
                    <a:pt x="12151" y="188"/>
                    <a:pt x="11981" y="1"/>
                    <a:pt x="117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-453604" y="4156740"/>
              <a:ext cx="852535" cy="293631"/>
            </a:xfrm>
            <a:custGeom>
              <a:rect b="b" l="l" r="r" t="t"/>
              <a:pathLst>
                <a:path extrusionOk="0" h="6068" w="17618">
                  <a:moveTo>
                    <a:pt x="11747" y="1"/>
                  </a:moveTo>
                  <a:cubicBezTo>
                    <a:pt x="11634" y="1"/>
                    <a:pt x="11494" y="26"/>
                    <a:pt x="11318" y="71"/>
                  </a:cubicBezTo>
                  <a:cubicBezTo>
                    <a:pt x="10500" y="330"/>
                    <a:pt x="9675" y="455"/>
                    <a:pt x="8850" y="455"/>
                  </a:cubicBezTo>
                  <a:cubicBezTo>
                    <a:pt x="8072" y="455"/>
                    <a:pt x="7295" y="343"/>
                    <a:pt x="6523" y="127"/>
                  </a:cubicBezTo>
                  <a:cubicBezTo>
                    <a:pt x="6273" y="53"/>
                    <a:pt x="6093" y="6"/>
                    <a:pt x="5958" y="6"/>
                  </a:cubicBezTo>
                  <a:cubicBezTo>
                    <a:pt x="5687" y="6"/>
                    <a:pt x="5594" y="192"/>
                    <a:pt x="5464" y="712"/>
                  </a:cubicBezTo>
                  <a:cubicBezTo>
                    <a:pt x="5325" y="1270"/>
                    <a:pt x="5018" y="1744"/>
                    <a:pt x="4377" y="1827"/>
                  </a:cubicBezTo>
                  <a:cubicBezTo>
                    <a:pt x="3513" y="1939"/>
                    <a:pt x="2677" y="1995"/>
                    <a:pt x="1813" y="2078"/>
                  </a:cubicBezTo>
                  <a:cubicBezTo>
                    <a:pt x="1813" y="2023"/>
                    <a:pt x="1813" y="2023"/>
                    <a:pt x="1757" y="1967"/>
                  </a:cubicBezTo>
                  <a:cubicBezTo>
                    <a:pt x="1534" y="1967"/>
                    <a:pt x="1283" y="1939"/>
                    <a:pt x="1032" y="1939"/>
                  </a:cubicBezTo>
                  <a:cubicBezTo>
                    <a:pt x="475" y="1939"/>
                    <a:pt x="1" y="2413"/>
                    <a:pt x="29" y="2942"/>
                  </a:cubicBezTo>
                  <a:cubicBezTo>
                    <a:pt x="81" y="3493"/>
                    <a:pt x="577" y="3895"/>
                    <a:pt x="1145" y="3895"/>
                  </a:cubicBezTo>
                  <a:cubicBezTo>
                    <a:pt x="1182" y="3895"/>
                    <a:pt x="1218" y="3894"/>
                    <a:pt x="1255" y="3890"/>
                  </a:cubicBezTo>
                  <a:cubicBezTo>
                    <a:pt x="2286" y="3779"/>
                    <a:pt x="3346" y="3695"/>
                    <a:pt x="4377" y="3639"/>
                  </a:cubicBezTo>
                  <a:cubicBezTo>
                    <a:pt x="4405" y="3638"/>
                    <a:pt x="4432" y="3637"/>
                    <a:pt x="4459" y="3637"/>
                  </a:cubicBezTo>
                  <a:cubicBezTo>
                    <a:pt x="4912" y="3637"/>
                    <a:pt x="5195" y="3861"/>
                    <a:pt x="5353" y="4308"/>
                  </a:cubicBezTo>
                  <a:cubicBezTo>
                    <a:pt x="5631" y="5061"/>
                    <a:pt x="6189" y="5507"/>
                    <a:pt x="6969" y="5758"/>
                  </a:cubicBezTo>
                  <a:cubicBezTo>
                    <a:pt x="7572" y="5982"/>
                    <a:pt x="8184" y="6067"/>
                    <a:pt x="8801" y="6067"/>
                  </a:cubicBezTo>
                  <a:cubicBezTo>
                    <a:pt x="9184" y="6067"/>
                    <a:pt x="9568" y="6034"/>
                    <a:pt x="9952" y="5981"/>
                  </a:cubicBezTo>
                  <a:cubicBezTo>
                    <a:pt x="11039" y="5786"/>
                    <a:pt x="11931" y="5312"/>
                    <a:pt x="12405" y="4197"/>
                  </a:cubicBezTo>
                  <a:cubicBezTo>
                    <a:pt x="12561" y="3808"/>
                    <a:pt x="12885" y="3636"/>
                    <a:pt x="13287" y="3636"/>
                  </a:cubicBezTo>
                  <a:cubicBezTo>
                    <a:pt x="13318" y="3636"/>
                    <a:pt x="13349" y="3637"/>
                    <a:pt x="13381" y="3639"/>
                  </a:cubicBezTo>
                  <a:cubicBezTo>
                    <a:pt x="14384" y="3695"/>
                    <a:pt x="15388" y="3779"/>
                    <a:pt x="16419" y="3890"/>
                  </a:cubicBezTo>
                  <a:cubicBezTo>
                    <a:pt x="16512" y="3902"/>
                    <a:pt x="16603" y="3909"/>
                    <a:pt x="16691" y="3909"/>
                  </a:cubicBezTo>
                  <a:cubicBezTo>
                    <a:pt x="17028" y="3909"/>
                    <a:pt x="17318" y="3809"/>
                    <a:pt x="17451" y="3500"/>
                  </a:cubicBezTo>
                  <a:cubicBezTo>
                    <a:pt x="17590" y="3193"/>
                    <a:pt x="17618" y="2775"/>
                    <a:pt x="17534" y="2441"/>
                  </a:cubicBezTo>
                  <a:cubicBezTo>
                    <a:pt x="17339" y="2023"/>
                    <a:pt x="16921" y="1939"/>
                    <a:pt x="16475" y="1939"/>
                  </a:cubicBezTo>
                  <a:cubicBezTo>
                    <a:pt x="16099" y="1953"/>
                    <a:pt x="15722" y="1960"/>
                    <a:pt x="15346" y="1960"/>
                  </a:cubicBezTo>
                  <a:cubicBezTo>
                    <a:pt x="14970" y="1960"/>
                    <a:pt x="14593" y="1953"/>
                    <a:pt x="14217" y="1939"/>
                  </a:cubicBezTo>
                  <a:cubicBezTo>
                    <a:pt x="12879" y="1855"/>
                    <a:pt x="12517" y="1577"/>
                    <a:pt x="12266" y="601"/>
                  </a:cubicBezTo>
                  <a:cubicBezTo>
                    <a:pt x="12165" y="176"/>
                    <a:pt x="12049" y="1"/>
                    <a:pt x="11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-453604" y="4573599"/>
              <a:ext cx="852535" cy="292760"/>
            </a:xfrm>
            <a:custGeom>
              <a:rect b="b" l="l" r="r" t="t"/>
              <a:pathLst>
                <a:path extrusionOk="0" h="6050" w="17618">
                  <a:moveTo>
                    <a:pt x="11656" y="0"/>
                  </a:moveTo>
                  <a:cubicBezTo>
                    <a:pt x="11578" y="0"/>
                    <a:pt x="11492" y="14"/>
                    <a:pt x="11402" y="42"/>
                  </a:cubicBezTo>
                  <a:cubicBezTo>
                    <a:pt x="10510" y="321"/>
                    <a:pt x="9625" y="460"/>
                    <a:pt x="8747" y="460"/>
                  </a:cubicBezTo>
                  <a:cubicBezTo>
                    <a:pt x="7868" y="460"/>
                    <a:pt x="6997" y="321"/>
                    <a:pt x="6133" y="42"/>
                  </a:cubicBezTo>
                  <a:cubicBezTo>
                    <a:pt x="6052" y="15"/>
                    <a:pt x="5980" y="2"/>
                    <a:pt x="5916" y="2"/>
                  </a:cubicBezTo>
                  <a:cubicBezTo>
                    <a:pt x="5651" y="2"/>
                    <a:pt x="5521" y="213"/>
                    <a:pt x="5408" y="460"/>
                  </a:cubicBezTo>
                  <a:cubicBezTo>
                    <a:pt x="5297" y="739"/>
                    <a:pt x="5269" y="1045"/>
                    <a:pt x="5074" y="1268"/>
                  </a:cubicBezTo>
                  <a:cubicBezTo>
                    <a:pt x="4879" y="1491"/>
                    <a:pt x="4572" y="1770"/>
                    <a:pt x="4238" y="1826"/>
                  </a:cubicBezTo>
                  <a:cubicBezTo>
                    <a:pt x="3206" y="1910"/>
                    <a:pt x="2119" y="1965"/>
                    <a:pt x="1032" y="1965"/>
                  </a:cubicBezTo>
                  <a:cubicBezTo>
                    <a:pt x="447" y="1965"/>
                    <a:pt x="1" y="2300"/>
                    <a:pt x="1" y="2885"/>
                  </a:cubicBezTo>
                  <a:cubicBezTo>
                    <a:pt x="1" y="3490"/>
                    <a:pt x="422" y="3921"/>
                    <a:pt x="962" y="3921"/>
                  </a:cubicBezTo>
                  <a:cubicBezTo>
                    <a:pt x="994" y="3921"/>
                    <a:pt x="1027" y="3920"/>
                    <a:pt x="1060" y="3917"/>
                  </a:cubicBezTo>
                  <a:cubicBezTo>
                    <a:pt x="1924" y="3805"/>
                    <a:pt x="2732" y="3666"/>
                    <a:pt x="3624" y="3638"/>
                  </a:cubicBezTo>
                  <a:cubicBezTo>
                    <a:pt x="3767" y="3629"/>
                    <a:pt x="3899" y="3622"/>
                    <a:pt x="4022" y="3622"/>
                  </a:cubicBezTo>
                  <a:cubicBezTo>
                    <a:pt x="4643" y="3622"/>
                    <a:pt x="5027" y="3780"/>
                    <a:pt x="5353" y="4502"/>
                  </a:cubicBezTo>
                  <a:cubicBezTo>
                    <a:pt x="5631" y="5171"/>
                    <a:pt x="6189" y="5645"/>
                    <a:pt x="6914" y="5812"/>
                  </a:cubicBezTo>
                  <a:cubicBezTo>
                    <a:pt x="7555" y="5982"/>
                    <a:pt x="8184" y="6050"/>
                    <a:pt x="8827" y="6050"/>
                  </a:cubicBezTo>
                  <a:cubicBezTo>
                    <a:pt x="9133" y="6050"/>
                    <a:pt x="9442" y="6034"/>
                    <a:pt x="9757" y="6007"/>
                  </a:cubicBezTo>
                  <a:cubicBezTo>
                    <a:pt x="10928" y="5896"/>
                    <a:pt x="11820" y="5394"/>
                    <a:pt x="12322" y="4279"/>
                  </a:cubicBezTo>
                  <a:cubicBezTo>
                    <a:pt x="12461" y="4000"/>
                    <a:pt x="12851" y="3666"/>
                    <a:pt x="13102" y="3666"/>
                  </a:cubicBezTo>
                  <a:cubicBezTo>
                    <a:pt x="14189" y="3666"/>
                    <a:pt x="15248" y="3777"/>
                    <a:pt x="16336" y="3917"/>
                  </a:cubicBezTo>
                  <a:cubicBezTo>
                    <a:pt x="16420" y="3929"/>
                    <a:pt x="16501" y="3935"/>
                    <a:pt x="16580" y="3935"/>
                  </a:cubicBezTo>
                  <a:cubicBezTo>
                    <a:pt x="16866" y="3935"/>
                    <a:pt x="17114" y="3845"/>
                    <a:pt x="17311" y="3582"/>
                  </a:cubicBezTo>
                  <a:cubicBezTo>
                    <a:pt x="17590" y="3248"/>
                    <a:pt x="17618" y="2829"/>
                    <a:pt x="17395" y="2439"/>
                  </a:cubicBezTo>
                  <a:cubicBezTo>
                    <a:pt x="17172" y="2133"/>
                    <a:pt x="16865" y="1993"/>
                    <a:pt x="16447" y="1993"/>
                  </a:cubicBezTo>
                  <a:cubicBezTo>
                    <a:pt x="15667" y="1993"/>
                    <a:pt x="14942" y="1965"/>
                    <a:pt x="14189" y="1965"/>
                  </a:cubicBezTo>
                  <a:cubicBezTo>
                    <a:pt x="13102" y="1965"/>
                    <a:pt x="12294" y="1603"/>
                    <a:pt x="12099" y="376"/>
                  </a:cubicBezTo>
                  <a:cubicBezTo>
                    <a:pt x="12057" y="125"/>
                    <a:pt x="11889" y="0"/>
                    <a:pt x="116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0"/>
            <p:cNvSpPr/>
            <p:nvPr/>
          </p:nvSpPr>
          <p:spPr>
            <a:xfrm>
              <a:off x="-452249" y="2910710"/>
              <a:ext cx="859116" cy="292421"/>
            </a:xfrm>
            <a:custGeom>
              <a:rect b="b" l="l" r="r" t="t"/>
              <a:pathLst>
                <a:path extrusionOk="0" h="6043" w="17754">
                  <a:moveTo>
                    <a:pt x="11678" y="1"/>
                  </a:moveTo>
                  <a:cubicBezTo>
                    <a:pt x="11535" y="1"/>
                    <a:pt x="11356" y="44"/>
                    <a:pt x="11123" y="121"/>
                  </a:cubicBezTo>
                  <a:cubicBezTo>
                    <a:pt x="10340" y="355"/>
                    <a:pt x="9565" y="466"/>
                    <a:pt x="8792" y="466"/>
                  </a:cubicBezTo>
                  <a:cubicBezTo>
                    <a:pt x="7997" y="466"/>
                    <a:pt x="7204" y="348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5"/>
                    <a:pt x="5408" y="707"/>
                  </a:cubicBezTo>
                  <a:cubicBezTo>
                    <a:pt x="5213" y="1431"/>
                    <a:pt x="4767" y="1822"/>
                    <a:pt x="4070" y="1933"/>
                  </a:cubicBezTo>
                  <a:cubicBezTo>
                    <a:pt x="3457" y="1989"/>
                    <a:pt x="2816" y="2045"/>
                    <a:pt x="2203" y="2073"/>
                  </a:cubicBezTo>
                  <a:lnTo>
                    <a:pt x="2203" y="2045"/>
                  </a:lnTo>
                  <a:lnTo>
                    <a:pt x="1004" y="2045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59"/>
                    <a:pt x="574" y="3914"/>
                    <a:pt x="1111" y="3914"/>
                  </a:cubicBezTo>
                  <a:cubicBezTo>
                    <a:pt x="1131" y="3914"/>
                    <a:pt x="1151" y="3913"/>
                    <a:pt x="1171" y="3912"/>
                  </a:cubicBezTo>
                  <a:cubicBezTo>
                    <a:pt x="2203" y="3857"/>
                    <a:pt x="3234" y="3773"/>
                    <a:pt x="4293" y="3717"/>
                  </a:cubicBezTo>
                  <a:cubicBezTo>
                    <a:pt x="4341" y="3712"/>
                    <a:pt x="4388" y="3709"/>
                    <a:pt x="4433" y="3709"/>
                  </a:cubicBezTo>
                  <a:cubicBezTo>
                    <a:pt x="4838" y="3709"/>
                    <a:pt x="5146" y="3930"/>
                    <a:pt x="5297" y="4330"/>
                  </a:cubicBezTo>
                  <a:cubicBezTo>
                    <a:pt x="5631" y="5195"/>
                    <a:pt x="6328" y="5752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30"/>
                    <a:pt x="9868" y="6003"/>
                  </a:cubicBezTo>
                  <a:cubicBezTo>
                    <a:pt x="11011" y="5891"/>
                    <a:pt x="11959" y="5390"/>
                    <a:pt x="12405" y="4219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5"/>
                    <a:pt x="15471" y="3773"/>
                    <a:pt x="16531" y="3884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8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9"/>
                  </a:cubicBezTo>
                  <a:cubicBezTo>
                    <a:pt x="16399" y="1999"/>
                    <a:pt x="16210" y="2004"/>
                    <a:pt x="16021" y="2004"/>
                  </a:cubicBezTo>
                  <a:cubicBezTo>
                    <a:pt x="15198" y="2004"/>
                    <a:pt x="14364" y="1918"/>
                    <a:pt x="13548" y="1850"/>
                  </a:cubicBezTo>
                  <a:cubicBezTo>
                    <a:pt x="12823" y="1794"/>
                    <a:pt x="12461" y="1487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0"/>
            <p:cNvSpPr/>
            <p:nvPr/>
          </p:nvSpPr>
          <p:spPr>
            <a:xfrm>
              <a:off x="-452249" y="2493995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49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30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57"/>
                    <a:pt x="574" y="3912"/>
                    <a:pt x="1111" y="3912"/>
                  </a:cubicBezTo>
                  <a:cubicBezTo>
                    <a:pt x="1131" y="3912"/>
                    <a:pt x="1151" y="3912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41" y="3710"/>
                    <a:pt x="4388" y="3707"/>
                    <a:pt x="4433" y="3707"/>
                  </a:cubicBezTo>
                  <a:cubicBezTo>
                    <a:pt x="4838" y="3707"/>
                    <a:pt x="5146" y="3928"/>
                    <a:pt x="5297" y="4329"/>
                  </a:cubicBezTo>
                  <a:cubicBezTo>
                    <a:pt x="5631" y="5193"/>
                    <a:pt x="6328" y="5751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0"/>
                    <a:pt x="16734" y="3900"/>
                  </a:cubicBezTo>
                  <a:cubicBezTo>
                    <a:pt x="17137" y="3900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0"/>
            <p:cNvSpPr/>
            <p:nvPr/>
          </p:nvSpPr>
          <p:spPr>
            <a:xfrm>
              <a:off x="-452249" y="2079120"/>
              <a:ext cx="859116" cy="292518"/>
            </a:xfrm>
            <a:custGeom>
              <a:rect b="b" l="l" r="r" t="t"/>
              <a:pathLst>
                <a:path extrusionOk="0" h="6045" w="17754">
                  <a:moveTo>
                    <a:pt x="11671" y="1"/>
                  </a:moveTo>
                  <a:cubicBezTo>
                    <a:pt x="11530" y="1"/>
                    <a:pt x="11352" y="40"/>
                    <a:pt x="11123" y="108"/>
                  </a:cubicBezTo>
                  <a:cubicBezTo>
                    <a:pt x="10340" y="356"/>
                    <a:pt x="9563" y="474"/>
                    <a:pt x="8790" y="474"/>
                  </a:cubicBezTo>
                  <a:cubicBezTo>
                    <a:pt x="7995" y="474"/>
                    <a:pt x="7204" y="349"/>
                    <a:pt x="6412" y="108"/>
                  </a:cubicBezTo>
                  <a:cubicBezTo>
                    <a:pt x="6226" y="62"/>
                    <a:pt x="6079" y="35"/>
                    <a:pt x="5960" y="35"/>
                  </a:cubicBezTo>
                  <a:cubicBezTo>
                    <a:pt x="5650" y="35"/>
                    <a:pt x="5529" y="218"/>
                    <a:pt x="5408" y="722"/>
                  </a:cubicBezTo>
                  <a:cubicBezTo>
                    <a:pt x="5213" y="1446"/>
                    <a:pt x="4767" y="1837"/>
                    <a:pt x="4070" y="1920"/>
                  </a:cubicBezTo>
                  <a:cubicBezTo>
                    <a:pt x="3457" y="2004"/>
                    <a:pt x="2816" y="2032"/>
                    <a:pt x="2203" y="2087"/>
                  </a:cubicBezTo>
                  <a:lnTo>
                    <a:pt x="2203" y="2032"/>
                  </a:lnTo>
                  <a:lnTo>
                    <a:pt x="1004" y="2032"/>
                  </a:lnTo>
                  <a:cubicBezTo>
                    <a:pt x="447" y="2060"/>
                    <a:pt x="1" y="2533"/>
                    <a:pt x="28" y="3035"/>
                  </a:cubicBezTo>
                  <a:cubicBezTo>
                    <a:pt x="55" y="3547"/>
                    <a:pt x="577" y="3929"/>
                    <a:pt x="1115" y="3929"/>
                  </a:cubicBezTo>
                  <a:cubicBezTo>
                    <a:pt x="1134" y="3929"/>
                    <a:pt x="1153" y="3928"/>
                    <a:pt x="1171" y="3927"/>
                  </a:cubicBezTo>
                  <a:cubicBezTo>
                    <a:pt x="2203" y="3844"/>
                    <a:pt x="3234" y="3788"/>
                    <a:pt x="4293" y="3704"/>
                  </a:cubicBezTo>
                  <a:cubicBezTo>
                    <a:pt x="4323" y="3702"/>
                    <a:pt x="4352" y="3702"/>
                    <a:pt x="4380" y="3702"/>
                  </a:cubicBezTo>
                  <a:cubicBezTo>
                    <a:pt x="4811" y="3702"/>
                    <a:pt x="5140" y="3901"/>
                    <a:pt x="5297" y="4345"/>
                  </a:cubicBezTo>
                  <a:cubicBezTo>
                    <a:pt x="5631" y="5209"/>
                    <a:pt x="6328" y="5767"/>
                    <a:pt x="7248" y="5906"/>
                  </a:cubicBezTo>
                  <a:cubicBezTo>
                    <a:pt x="7839" y="6002"/>
                    <a:pt x="8429" y="6045"/>
                    <a:pt x="9029" y="6045"/>
                  </a:cubicBezTo>
                  <a:cubicBezTo>
                    <a:pt x="9306" y="6045"/>
                    <a:pt x="9586" y="6035"/>
                    <a:pt x="9868" y="6018"/>
                  </a:cubicBezTo>
                  <a:cubicBezTo>
                    <a:pt x="11011" y="5906"/>
                    <a:pt x="11959" y="5377"/>
                    <a:pt x="12405" y="4234"/>
                  </a:cubicBezTo>
                  <a:cubicBezTo>
                    <a:pt x="12560" y="3845"/>
                    <a:pt x="12884" y="3673"/>
                    <a:pt x="13265" y="3673"/>
                  </a:cubicBezTo>
                  <a:cubicBezTo>
                    <a:pt x="13294" y="3673"/>
                    <a:pt x="13323" y="3674"/>
                    <a:pt x="13353" y="3676"/>
                  </a:cubicBezTo>
                  <a:cubicBezTo>
                    <a:pt x="14384" y="3732"/>
                    <a:pt x="15471" y="3788"/>
                    <a:pt x="16531" y="3871"/>
                  </a:cubicBezTo>
                  <a:cubicBezTo>
                    <a:pt x="16601" y="3883"/>
                    <a:pt x="16669" y="3889"/>
                    <a:pt x="16734" y="3889"/>
                  </a:cubicBezTo>
                  <a:cubicBezTo>
                    <a:pt x="17137" y="3889"/>
                    <a:pt x="17442" y="3674"/>
                    <a:pt x="17562" y="3314"/>
                  </a:cubicBezTo>
                  <a:cubicBezTo>
                    <a:pt x="17754" y="2766"/>
                    <a:pt x="17461" y="2003"/>
                    <a:pt x="16631" y="2003"/>
                  </a:cubicBezTo>
                  <a:cubicBezTo>
                    <a:pt x="16616" y="2003"/>
                    <a:pt x="16601" y="2003"/>
                    <a:pt x="16586" y="2004"/>
                  </a:cubicBezTo>
                  <a:cubicBezTo>
                    <a:pt x="16478" y="2007"/>
                    <a:pt x="16369" y="2008"/>
                    <a:pt x="16260" y="2008"/>
                  </a:cubicBezTo>
                  <a:cubicBezTo>
                    <a:pt x="15360" y="2008"/>
                    <a:pt x="14443" y="1914"/>
                    <a:pt x="13548" y="1864"/>
                  </a:cubicBezTo>
                  <a:cubicBezTo>
                    <a:pt x="12823" y="1781"/>
                    <a:pt x="12461" y="1474"/>
                    <a:pt x="12266" y="749"/>
                  </a:cubicBezTo>
                  <a:cubicBezTo>
                    <a:pt x="12130" y="207"/>
                    <a:pt x="11994" y="1"/>
                    <a:pt x="116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0"/>
            <p:cNvSpPr/>
            <p:nvPr/>
          </p:nvSpPr>
          <p:spPr>
            <a:xfrm>
              <a:off x="-452249" y="1663083"/>
              <a:ext cx="859116" cy="292372"/>
            </a:xfrm>
            <a:custGeom>
              <a:rect b="b" l="l" r="r" t="t"/>
              <a:pathLst>
                <a:path extrusionOk="0" h="6042" w="17754">
                  <a:moveTo>
                    <a:pt x="11678" y="0"/>
                  </a:moveTo>
                  <a:cubicBezTo>
                    <a:pt x="11535" y="0"/>
                    <a:pt x="11356" y="43"/>
                    <a:pt x="11123" y="121"/>
                  </a:cubicBezTo>
                  <a:cubicBezTo>
                    <a:pt x="10340" y="354"/>
                    <a:pt x="9565" y="466"/>
                    <a:pt x="8792" y="466"/>
                  </a:cubicBezTo>
                  <a:cubicBezTo>
                    <a:pt x="7997" y="466"/>
                    <a:pt x="7204" y="347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4"/>
                    <a:pt x="5408" y="706"/>
                  </a:cubicBezTo>
                  <a:cubicBezTo>
                    <a:pt x="5213" y="1431"/>
                    <a:pt x="4767" y="1821"/>
                    <a:pt x="4070" y="1933"/>
                  </a:cubicBezTo>
                  <a:cubicBezTo>
                    <a:pt x="3457" y="1988"/>
                    <a:pt x="2816" y="2044"/>
                    <a:pt x="2203" y="2072"/>
                  </a:cubicBezTo>
                  <a:lnTo>
                    <a:pt x="2203" y="2016"/>
                  </a:lnTo>
                  <a:lnTo>
                    <a:pt x="1004" y="2016"/>
                  </a:lnTo>
                  <a:cubicBezTo>
                    <a:pt x="447" y="2072"/>
                    <a:pt x="1" y="2518"/>
                    <a:pt x="28" y="3048"/>
                  </a:cubicBezTo>
                  <a:cubicBezTo>
                    <a:pt x="55" y="3532"/>
                    <a:pt x="577" y="3913"/>
                    <a:pt x="1115" y="3913"/>
                  </a:cubicBezTo>
                  <a:cubicBezTo>
                    <a:pt x="1134" y="3913"/>
                    <a:pt x="1152" y="3913"/>
                    <a:pt x="1171" y="3912"/>
                  </a:cubicBezTo>
                  <a:cubicBezTo>
                    <a:pt x="2203" y="3856"/>
                    <a:pt x="3234" y="3772"/>
                    <a:pt x="4293" y="3717"/>
                  </a:cubicBezTo>
                  <a:cubicBezTo>
                    <a:pt x="4341" y="3711"/>
                    <a:pt x="4388" y="3708"/>
                    <a:pt x="4433" y="3708"/>
                  </a:cubicBezTo>
                  <a:cubicBezTo>
                    <a:pt x="4838" y="3708"/>
                    <a:pt x="5146" y="3929"/>
                    <a:pt x="5297" y="4330"/>
                  </a:cubicBezTo>
                  <a:cubicBezTo>
                    <a:pt x="5631" y="5194"/>
                    <a:pt x="6328" y="5751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29"/>
                    <a:pt x="9868" y="6002"/>
                  </a:cubicBezTo>
                  <a:cubicBezTo>
                    <a:pt x="11011" y="5891"/>
                    <a:pt x="11959" y="5389"/>
                    <a:pt x="12405" y="4218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587" y="3890"/>
                    <a:pt x="16641" y="3893"/>
                    <a:pt x="16695" y="3893"/>
                  </a:cubicBezTo>
                  <a:cubicBezTo>
                    <a:pt x="17116" y="3893"/>
                    <a:pt x="17438" y="3698"/>
                    <a:pt x="17562" y="3326"/>
                  </a:cubicBezTo>
                  <a:cubicBezTo>
                    <a:pt x="17754" y="2778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8"/>
                  </a:cubicBezTo>
                  <a:cubicBezTo>
                    <a:pt x="16399" y="1999"/>
                    <a:pt x="16210" y="2003"/>
                    <a:pt x="16021" y="2003"/>
                  </a:cubicBezTo>
                  <a:cubicBezTo>
                    <a:pt x="15198" y="2003"/>
                    <a:pt x="14364" y="1917"/>
                    <a:pt x="13548" y="1849"/>
                  </a:cubicBezTo>
                  <a:cubicBezTo>
                    <a:pt x="12823" y="1793"/>
                    <a:pt x="12461" y="1459"/>
                    <a:pt x="12266" y="734"/>
                  </a:cubicBezTo>
                  <a:cubicBezTo>
                    <a:pt x="12131" y="214"/>
                    <a:pt x="11996" y="0"/>
                    <a:pt x="116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0"/>
            <p:cNvSpPr/>
            <p:nvPr/>
          </p:nvSpPr>
          <p:spPr>
            <a:xfrm>
              <a:off x="-452249" y="1247675"/>
              <a:ext cx="859116" cy="292711"/>
            </a:xfrm>
            <a:custGeom>
              <a:rect b="b" l="l" r="r" t="t"/>
              <a:pathLst>
                <a:path extrusionOk="0" h="6049" w="17754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1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9"/>
                    <a:pt x="12405" y="4246"/>
                  </a:cubicBezTo>
                  <a:cubicBezTo>
                    <a:pt x="12560" y="3857"/>
                    <a:pt x="12884" y="3685"/>
                    <a:pt x="13265" y="3685"/>
                  </a:cubicBezTo>
                  <a:cubicBezTo>
                    <a:pt x="13294" y="3685"/>
                    <a:pt x="13323" y="3686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5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3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0"/>
            <p:cNvSpPr/>
            <p:nvPr/>
          </p:nvSpPr>
          <p:spPr>
            <a:xfrm>
              <a:off x="-452249" y="832170"/>
              <a:ext cx="859116" cy="291840"/>
            </a:xfrm>
            <a:custGeom>
              <a:rect b="b" l="l" r="r" t="t"/>
              <a:pathLst>
                <a:path extrusionOk="0" h="6031" w="17754">
                  <a:moveTo>
                    <a:pt x="11678" y="1"/>
                  </a:moveTo>
                  <a:cubicBezTo>
                    <a:pt x="11535" y="1"/>
                    <a:pt x="11356" y="44"/>
                    <a:pt x="11123" y="122"/>
                  </a:cubicBezTo>
                  <a:cubicBezTo>
                    <a:pt x="10340" y="355"/>
                    <a:pt x="9565" y="467"/>
                    <a:pt x="8792" y="467"/>
                  </a:cubicBezTo>
                  <a:cubicBezTo>
                    <a:pt x="7997" y="467"/>
                    <a:pt x="7204" y="348"/>
                    <a:pt x="6412" y="122"/>
                  </a:cubicBezTo>
                  <a:cubicBezTo>
                    <a:pt x="6213" y="64"/>
                    <a:pt x="6059" y="30"/>
                    <a:pt x="5935" y="30"/>
                  </a:cubicBezTo>
                  <a:cubicBezTo>
                    <a:pt x="5643" y="30"/>
                    <a:pt x="5526" y="217"/>
                    <a:pt x="5408" y="707"/>
                  </a:cubicBezTo>
                  <a:cubicBezTo>
                    <a:pt x="5213" y="1432"/>
                    <a:pt x="4767" y="1822"/>
                    <a:pt x="4070" y="1933"/>
                  </a:cubicBezTo>
                  <a:cubicBezTo>
                    <a:pt x="3457" y="1989"/>
                    <a:pt x="2816" y="2017"/>
                    <a:pt x="2203" y="2073"/>
                  </a:cubicBezTo>
                  <a:lnTo>
                    <a:pt x="2203" y="2017"/>
                  </a:lnTo>
                  <a:lnTo>
                    <a:pt x="1004" y="2017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33"/>
                    <a:pt x="577" y="3914"/>
                    <a:pt x="1115" y="3914"/>
                  </a:cubicBezTo>
                  <a:cubicBezTo>
                    <a:pt x="1134" y="3914"/>
                    <a:pt x="1152" y="3914"/>
                    <a:pt x="1171" y="3913"/>
                  </a:cubicBezTo>
                  <a:cubicBezTo>
                    <a:pt x="2203" y="3829"/>
                    <a:pt x="3234" y="3773"/>
                    <a:pt x="4293" y="3690"/>
                  </a:cubicBezTo>
                  <a:cubicBezTo>
                    <a:pt x="4320" y="3688"/>
                    <a:pt x="4346" y="3687"/>
                    <a:pt x="4372" y="3687"/>
                  </a:cubicBezTo>
                  <a:cubicBezTo>
                    <a:pt x="4807" y="3687"/>
                    <a:pt x="5139" y="3910"/>
                    <a:pt x="5297" y="4331"/>
                  </a:cubicBezTo>
                  <a:cubicBezTo>
                    <a:pt x="5631" y="5195"/>
                    <a:pt x="6328" y="5752"/>
                    <a:pt x="7248" y="5892"/>
                  </a:cubicBezTo>
                  <a:cubicBezTo>
                    <a:pt x="7839" y="5987"/>
                    <a:pt x="8429" y="6030"/>
                    <a:pt x="9029" y="6030"/>
                  </a:cubicBezTo>
                  <a:cubicBezTo>
                    <a:pt x="9306" y="6030"/>
                    <a:pt x="9586" y="6021"/>
                    <a:pt x="9868" y="6003"/>
                  </a:cubicBezTo>
                  <a:cubicBezTo>
                    <a:pt x="11011" y="5892"/>
                    <a:pt x="11959" y="5362"/>
                    <a:pt x="12405" y="4219"/>
                  </a:cubicBezTo>
                  <a:cubicBezTo>
                    <a:pt x="12560" y="3831"/>
                    <a:pt x="12884" y="3659"/>
                    <a:pt x="13265" y="3659"/>
                  </a:cubicBezTo>
                  <a:cubicBezTo>
                    <a:pt x="13294" y="3659"/>
                    <a:pt x="13323" y="3660"/>
                    <a:pt x="13353" y="3662"/>
                  </a:cubicBezTo>
                  <a:cubicBezTo>
                    <a:pt x="14384" y="3745"/>
                    <a:pt x="15471" y="3773"/>
                    <a:pt x="16531" y="3885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9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9"/>
                    <a:pt x="16586" y="1989"/>
                  </a:cubicBezTo>
                  <a:cubicBezTo>
                    <a:pt x="16452" y="1993"/>
                    <a:pt x="16317" y="1995"/>
                    <a:pt x="16182" y="1995"/>
                  </a:cubicBezTo>
                  <a:cubicBezTo>
                    <a:pt x="15307" y="1995"/>
                    <a:pt x="14417" y="1922"/>
                    <a:pt x="13548" y="1850"/>
                  </a:cubicBezTo>
                  <a:cubicBezTo>
                    <a:pt x="12823" y="1794"/>
                    <a:pt x="12461" y="1460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-452249" y="416811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-452249" y="-1"/>
              <a:ext cx="859116" cy="292760"/>
            </a:xfrm>
            <a:custGeom>
              <a:rect b="b" l="l" r="r" t="t"/>
              <a:pathLst>
                <a:path extrusionOk="0" h="6050" w="17754">
                  <a:moveTo>
                    <a:pt x="11674" y="1"/>
                  </a:moveTo>
                  <a:cubicBezTo>
                    <a:pt x="11532" y="1"/>
                    <a:pt x="11353" y="44"/>
                    <a:pt x="11123" y="121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1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4"/>
                    <a:pt x="5408" y="706"/>
                  </a:cubicBezTo>
                  <a:cubicBezTo>
                    <a:pt x="5213" y="1459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2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2"/>
                    <a:pt x="1" y="2518"/>
                    <a:pt x="28" y="3047"/>
                  </a:cubicBezTo>
                  <a:cubicBezTo>
                    <a:pt x="55" y="3543"/>
                    <a:pt x="545" y="3917"/>
                    <a:pt x="1065" y="3917"/>
                  </a:cubicBezTo>
                  <a:cubicBezTo>
                    <a:pt x="1100" y="3917"/>
                    <a:pt x="1136" y="3915"/>
                    <a:pt x="1171" y="3912"/>
                  </a:cubicBezTo>
                  <a:cubicBezTo>
                    <a:pt x="2203" y="3856"/>
                    <a:pt x="3234" y="3772"/>
                    <a:pt x="4293" y="3716"/>
                  </a:cubicBezTo>
                  <a:cubicBezTo>
                    <a:pt x="4323" y="3715"/>
                    <a:pt x="4352" y="3714"/>
                    <a:pt x="4381" y="3714"/>
                  </a:cubicBezTo>
                  <a:cubicBezTo>
                    <a:pt x="4812" y="3714"/>
                    <a:pt x="5140" y="3911"/>
                    <a:pt x="5297" y="4330"/>
                  </a:cubicBezTo>
                  <a:cubicBezTo>
                    <a:pt x="5631" y="5222"/>
                    <a:pt x="6328" y="5779"/>
                    <a:pt x="7248" y="5919"/>
                  </a:cubicBezTo>
                  <a:cubicBezTo>
                    <a:pt x="7788" y="6006"/>
                    <a:pt x="8328" y="6049"/>
                    <a:pt x="8875" y="6049"/>
                  </a:cubicBezTo>
                  <a:cubicBezTo>
                    <a:pt x="9203" y="6049"/>
                    <a:pt x="9534" y="6034"/>
                    <a:pt x="9868" y="6002"/>
                  </a:cubicBezTo>
                  <a:cubicBezTo>
                    <a:pt x="11011" y="5919"/>
                    <a:pt x="11959" y="5389"/>
                    <a:pt x="12405" y="4246"/>
                  </a:cubicBezTo>
                  <a:cubicBezTo>
                    <a:pt x="12554" y="3875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9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6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6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7"/>
                  </a:cubicBezTo>
                  <a:cubicBezTo>
                    <a:pt x="12823" y="1793"/>
                    <a:pt x="12461" y="1486"/>
                    <a:pt x="12266" y="762"/>
                  </a:cubicBezTo>
                  <a:cubicBezTo>
                    <a:pt x="12130" y="220"/>
                    <a:pt x="11995" y="1"/>
                    <a:pt x="116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0"/>
            <p:cNvSpPr/>
            <p:nvPr/>
          </p:nvSpPr>
          <p:spPr>
            <a:xfrm>
              <a:off x="-349716" y="4932539"/>
              <a:ext cx="639184" cy="232466"/>
            </a:xfrm>
            <a:custGeom>
              <a:rect b="b" l="l" r="r" t="t"/>
              <a:pathLst>
                <a:path extrusionOk="0" h="4804" w="13209">
                  <a:moveTo>
                    <a:pt x="8759" y="0"/>
                  </a:moveTo>
                  <a:cubicBezTo>
                    <a:pt x="8709" y="0"/>
                    <a:pt x="8651" y="13"/>
                    <a:pt x="8586" y="39"/>
                  </a:cubicBezTo>
                  <a:cubicBezTo>
                    <a:pt x="7958" y="262"/>
                    <a:pt x="7317" y="366"/>
                    <a:pt x="6673" y="366"/>
                  </a:cubicBezTo>
                  <a:cubicBezTo>
                    <a:pt x="6028" y="366"/>
                    <a:pt x="5380" y="262"/>
                    <a:pt x="4739" y="67"/>
                  </a:cubicBezTo>
                  <a:cubicBezTo>
                    <a:pt x="4625" y="26"/>
                    <a:pt x="4538" y="4"/>
                    <a:pt x="4468" y="4"/>
                  </a:cubicBezTo>
                  <a:cubicBezTo>
                    <a:pt x="4298" y="4"/>
                    <a:pt x="4233" y="133"/>
                    <a:pt x="4153" y="429"/>
                  </a:cubicBezTo>
                  <a:cubicBezTo>
                    <a:pt x="3986" y="1014"/>
                    <a:pt x="3707" y="1516"/>
                    <a:pt x="3011" y="1516"/>
                  </a:cubicBezTo>
                  <a:cubicBezTo>
                    <a:pt x="2258" y="1544"/>
                    <a:pt x="1561" y="1600"/>
                    <a:pt x="836" y="1655"/>
                  </a:cubicBezTo>
                  <a:cubicBezTo>
                    <a:pt x="836" y="1572"/>
                    <a:pt x="808" y="1544"/>
                    <a:pt x="781" y="1460"/>
                  </a:cubicBezTo>
                  <a:cubicBezTo>
                    <a:pt x="558" y="1600"/>
                    <a:pt x="307" y="1711"/>
                    <a:pt x="223" y="1878"/>
                  </a:cubicBezTo>
                  <a:cubicBezTo>
                    <a:pt x="0" y="2213"/>
                    <a:pt x="0" y="2575"/>
                    <a:pt x="279" y="2826"/>
                  </a:cubicBezTo>
                  <a:cubicBezTo>
                    <a:pt x="446" y="2993"/>
                    <a:pt x="725" y="3077"/>
                    <a:pt x="948" y="3077"/>
                  </a:cubicBezTo>
                  <a:cubicBezTo>
                    <a:pt x="1673" y="3049"/>
                    <a:pt x="2369" y="2938"/>
                    <a:pt x="3094" y="2854"/>
                  </a:cubicBezTo>
                  <a:cubicBezTo>
                    <a:pt x="3119" y="2853"/>
                    <a:pt x="3144" y="2852"/>
                    <a:pt x="3168" y="2852"/>
                  </a:cubicBezTo>
                  <a:cubicBezTo>
                    <a:pt x="3624" y="2852"/>
                    <a:pt x="3883" y="3100"/>
                    <a:pt x="4042" y="3523"/>
                  </a:cubicBezTo>
                  <a:cubicBezTo>
                    <a:pt x="4265" y="3997"/>
                    <a:pt x="4572" y="4359"/>
                    <a:pt x="5073" y="4527"/>
                  </a:cubicBezTo>
                  <a:cubicBezTo>
                    <a:pt x="5569" y="4717"/>
                    <a:pt x="6077" y="4803"/>
                    <a:pt x="6598" y="4803"/>
                  </a:cubicBezTo>
                  <a:cubicBezTo>
                    <a:pt x="6840" y="4803"/>
                    <a:pt x="7084" y="4785"/>
                    <a:pt x="7331" y="4750"/>
                  </a:cubicBezTo>
                  <a:cubicBezTo>
                    <a:pt x="8223" y="4638"/>
                    <a:pt x="8892" y="4248"/>
                    <a:pt x="9255" y="3356"/>
                  </a:cubicBezTo>
                  <a:cubicBezTo>
                    <a:pt x="9384" y="3019"/>
                    <a:pt x="9586" y="2851"/>
                    <a:pt x="9904" y="2851"/>
                  </a:cubicBezTo>
                  <a:cubicBezTo>
                    <a:pt x="9928" y="2851"/>
                    <a:pt x="9954" y="2852"/>
                    <a:pt x="9979" y="2854"/>
                  </a:cubicBezTo>
                  <a:cubicBezTo>
                    <a:pt x="10732" y="2938"/>
                    <a:pt x="11513" y="3049"/>
                    <a:pt x="12265" y="3105"/>
                  </a:cubicBezTo>
                  <a:cubicBezTo>
                    <a:pt x="12280" y="3106"/>
                    <a:pt x="12295" y="3106"/>
                    <a:pt x="12310" y="3106"/>
                  </a:cubicBezTo>
                  <a:cubicBezTo>
                    <a:pt x="12793" y="3106"/>
                    <a:pt x="13209" y="2670"/>
                    <a:pt x="13074" y="2129"/>
                  </a:cubicBezTo>
                  <a:cubicBezTo>
                    <a:pt x="12934" y="1683"/>
                    <a:pt x="12655" y="1572"/>
                    <a:pt x="12182" y="1572"/>
                  </a:cubicBezTo>
                  <a:cubicBezTo>
                    <a:pt x="11429" y="1572"/>
                    <a:pt x="10676" y="1572"/>
                    <a:pt x="9952" y="1460"/>
                  </a:cubicBezTo>
                  <a:cubicBezTo>
                    <a:pt x="9366" y="1405"/>
                    <a:pt x="9171" y="875"/>
                    <a:pt x="9060" y="345"/>
                  </a:cubicBezTo>
                  <a:cubicBezTo>
                    <a:pt x="9017" y="132"/>
                    <a:pt x="8925" y="0"/>
                    <a:pt x="8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4" name="Google Shape;194;p20"/>
          <p:cNvGrpSpPr/>
          <p:nvPr/>
        </p:nvGrpSpPr>
        <p:grpSpPr>
          <a:xfrm>
            <a:off x="8732642" y="-10753"/>
            <a:ext cx="865842" cy="5165006"/>
            <a:chOff x="-458975" y="-1"/>
            <a:chExt cx="865842" cy="5165006"/>
          </a:xfrm>
        </p:grpSpPr>
        <p:sp>
          <p:nvSpPr>
            <p:cNvPr id="195" name="Google Shape;195;p20"/>
            <p:cNvSpPr/>
            <p:nvPr/>
          </p:nvSpPr>
          <p:spPr>
            <a:xfrm>
              <a:off x="-458975" y="3326988"/>
              <a:ext cx="855245" cy="295131"/>
            </a:xfrm>
            <a:custGeom>
              <a:rect b="b" l="l" r="r" t="t"/>
              <a:pathLst>
                <a:path extrusionOk="0" h="6099" w="17674">
                  <a:moveTo>
                    <a:pt x="11736" y="1"/>
                  </a:moveTo>
                  <a:cubicBezTo>
                    <a:pt x="11619" y="1"/>
                    <a:pt x="11474" y="28"/>
                    <a:pt x="11290" y="76"/>
                  </a:cubicBezTo>
                  <a:cubicBezTo>
                    <a:pt x="10457" y="334"/>
                    <a:pt x="9633" y="460"/>
                    <a:pt x="8808" y="460"/>
                  </a:cubicBezTo>
                  <a:cubicBezTo>
                    <a:pt x="8030" y="460"/>
                    <a:pt x="7252" y="348"/>
                    <a:pt x="6467" y="132"/>
                  </a:cubicBezTo>
                  <a:cubicBezTo>
                    <a:pt x="6226" y="57"/>
                    <a:pt x="6052" y="11"/>
                    <a:pt x="5921" y="11"/>
                  </a:cubicBezTo>
                  <a:cubicBezTo>
                    <a:pt x="5659" y="11"/>
                    <a:pt x="5566" y="197"/>
                    <a:pt x="5436" y="717"/>
                  </a:cubicBezTo>
                  <a:cubicBezTo>
                    <a:pt x="5296" y="1275"/>
                    <a:pt x="5046" y="1749"/>
                    <a:pt x="4460" y="1832"/>
                  </a:cubicBezTo>
                  <a:cubicBezTo>
                    <a:pt x="3401" y="1944"/>
                    <a:pt x="2342" y="1972"/>
                    <a:pt x="1282" y="1972"/>
                  </a:cubicBezTo>
                  <a:cubicBezTo>
                    <a:pt x="864" y="1972"/>
                    <a:pt x="474" y="2027"/>
                    <a:pt x="251" y="2390"/>
                  </a:cubicBezTo>
                  <a:cubicBezTo>
                    <a:pt x="0" y="2724"/>
                    <a:pt x="0" y="3142"/>
                    <a:pt x="251" y="3505"/>
                  </a:cubicBezTo>
                  <a:cubicBezTo>
                    <a:pt x="452" y="3807"/>
                    <a:pt x="767" y="3927"/>
                    <a:pt x="1155" y="3927"/>
                  </a:cubicBezTo>
                  <a:cubicBezTo>
                    <a:pt x="1197" y="3927"/>
                    <a:pt x="1239" y="3926"/>
                    <a:pt x="1282" y="3923"/>
                  </a:cubicBezTo>
                  <a:cubicBezTo>
                    <a:pt x="2258" y="3811"/>
                    <a:pt x="3234" y="3728"/>
                    <a:pt x="4209" y="3672"/>
                  </a:cubicBezTo>
                  <a:cubicBezTo>
                    <a:pt x="4239" y="3671"/>
                    <a:pt x="4267" y="3670"/>
                    <a:pt x="4295" y="3670"/>
                  </a:cubicBezTo>
                  <a:cubicBezTo>
                    <a:pt x="4881" y="3670"/>
                    <a:pt x="5195" y="3946"/>
                    <a:pt x="5408" y="4425"/>
                  </a:cubicBezTo>
                  <a:cubicBezTo>
                    <a:pt x="5715" y="5094"/>
                    <a:pt x="6244" y="5567"/>
                    <a:pt x="6941" y="5790"/>
                  </a:cubicBezTo>
                  <a:cubicBezTo>
                    <a:pt x="7576" y="6002"/>
                    <a:pt x="8227" y="6099"/>
                    <a:pt x="8880" y="6099"/>
                  </a:cubicBezTo>
                  <a:cubicBezTo>
                    <a:pt x="9433" y="6099"/>
                    <a:pt x="9988" y="6030"/>
                    <a:pt x="10537" y="5902"/>
                  </a:cubicBezTo>
                  <a:cubicBezTo>
                    <a:pt x="11290" y="5735"/>
                    <a:pt x="11959" y="5317"/>
                    <a:pt x="12265" y="4536"/>
                  </a:cubicBezTo>
                  <a:cubicBezTo>
                    <a:pt x="12516" y="3960"/>
                    <a:pt x="12879" y="3631"/>
                    <a:pt x="13456" y="3631"/>
                  </a:cubicBezTo>
                  <a:cubicBezTo>
                    <a:pt x="13521" y="3631"/>
                    <a:pt x="13588" y="3636"/>
                    <a:pt x="13659" y="3644"/>
                  </a:cubicBezTo>
                  <a:cubicBezTo>
                    <a:pt x="14607" y="3700"/>
                    <a:pt x="15555" y="3811"/>
                    <a:pt x="16419" y="3895"/>
                  </a:cubicBezTo>
                  <a:cubicBezTo>
                    <a:pt x="16455" y="3897"/>
                    <a:pt x="16491" y="3898"/>
                    <a:pt x="16527" y="3898"/>
                  </a:cubicBezTo>
                  <a:cubicBezTo>
                    <a:pt x="16923" y="3898"/>
                    <a:pt x="17245" y="3754"/>
                    <a:pt x="17450" y="3421"/>
                  </a:cubicBezTo>
                  <a:cubicBezTo>
                    <a:pt x="17673" y="3087"/>
                    <a:pt x="17673" y="2696"/>
                    <a:pt x="17422" y="2362"/>
                  </a:cubicBezTo>
                  <a:cubicBezTo>
                    <a:pt x="17171" y="2027"/>
                    <a:pt x="16837" y="1944"/>
                    <a:pt x="16419" y="1944"/>
                  </a:cubicBezTo>
                  <a:cubicBezTo>
                    <a:pt x="15499" y="1944"/>
                    <a:pt x="14551" y="1888"/>
                    <a:pt x="13631" y="1860"/>
                  </a:cubicBezTo>
                  <a:cubicBezTo>
                    <a:pt x="12823" y="1832"/>
                    <a:pt x="12405" y="1386"/>
                    <a:pt x="12237" y="606"/>
                  </a:cubicBezTo>
                  <a:cubicBezTo>
                    <a:pt x="12138" y="169"/>
                    <a:pt x="12025" y="1"/>
                    <a:pt x="11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0"/>
            <p:cNvSpPr/>
            <p:nvPr/>
          </p:nvSpPr>
          <p:spPr>
            <a:xfrm>
              <a:off x="-458975" y="3731654"/>
              <a:ext cx="857906" cy="297308"/>
            </a:xfrm>
            <a:custGeom>
              <a:rect b="b" l="l" r="r" t="t"/>
              <a:pathLst>
                <a:path extrusionOk="0" h="6144" w="17729">
                  <a:moveTo>
                    <a:pt x="11714" y="1"/>
                  </a:moveTo>
                  <a:cubicBezTo>
                    <a:pt x="11637" y="1"/>
                    <a:pt x="11551" y="16"/>
                    <a:pt x="11457" y="48"/>
                  </a:cubicBezTo>
                  <a:cubicBezTo>
                    <a:pt x="10582" y="330"/>
                    <a:pt x="9700" y="476"/>
                    <a:pt x="8819" y="476"/>
                  </a:cubicBezTo>
                  <a:cubicBezTo>
                    <a:pt x="7958" y="476"/>
                    <a:pt x="7098" y="337"/>
                    <a:pt x="6244" y="48"/>
                  </a:cubicBezTo>
                  <a:cubicBezTo>
                    <a:pt x="6162" y="22"/>
                    <a:pt x="6088" y="10"/>
                    <a:pt x="6021" y="10"/>
                  </a:cubicBezTo>
                  <a:cubicBezTo>
                    <a:pt x="5796" y="10"/>
                    <a:pt x="5655" y="152"/>
                    <a:pt x="5547" y="410"/>
                  </a:cubicBezTo>
                  <a:cubicBezTo>
                    <a:pt x="5464" y="577"/>
                    <a:pt x="5436" y="772"/>
                    <a:pt x="5380" y="968"/>
                  </a:cubicBezTo>
                  <a:cubicBezTo>
                    <a:pt x="5185" y="1441"/>
                    <a:pt x="4878" y="1832"/>
                    <a:pt x="4349" y="1860"/>
                  </a:cubicBezTo>
                  <a:cubicBezTo>
                    <a:pt x="3345" y="1943"/>
                    <a:pt x="2314" y="1971"/>
                    <a:pt x="1255" y="1999"/>
                  </a:cubicBezTo>
                  <a:cubicBezTo>
                    <a:pt x="809" y="1999"/>
                    <a:pt x="446" y="2083"/>
                    <a:pt x="195" y="2445"/>
                  </a:cubicBezTo>
                  <a:cubicBezTo>
                    <a:pt x="0" y="2807"/>
                    <a:pt x="0" y="3198"/>
                    <a:pt x="251" y="3532"/>
                  </a:cubicBezTo>
                  <a:cubicBezTo>
                    <a:pt x="473" y="3842"/>
                    <a:pt x="747" y="3976"/>
                    <a:pt x="1088" y="3976"/>
                  </a:cubicBezTo>
                  <a:cubicBezTo>
                    <a:pt x="1176" y="3976"/>
                    <a:pt x="1269" y="3967"/>
                    <a:pt x="1366" y="3950"/>
                  </a:cubicBezTo>
                  <a:cubicBezTo>
                    <a:pt x="2230" y="3839"/>
                    <a:pt x="3122" y="3783"/>
                    <a:pt x="4014" y="3671"/>
                  </a:cubicBezTo>
                  <a:cubicBezTo>
                    <a:pt x="4101" y="3658"/>
                    <a:pt x="4184" y="3652"/>
                    <a:pt x="4263" y="3652"/>
                  </a:cubicBezTo>
                  <a:cubicBezTo>
                    <a:pt x="4843" y="3652"/>
                    <a:pt x="5218" y="4006"/>
                    <a:pt x="5464" y="4619"/>
                  </a:cubicBezTo>
                  <a:cubicBezTo>
                    <a:pt x="5742" y="5205"/>
                    <a:pt x="6244" y="5623"/>
                    <a:pt x="6857" y="5846"/>
                  </a:cubicBezTo>
                  <a:cubicBezTo>
                    <a:pt x="7485" y="6055"/>
                    <a:pt x="8121" y="6143"/>
                    <a:pt x="8766" y="6143"/>
                  </a:cubicBezTo>
                  <a:cubicBezTo>
                    <a:pt x="9240" y="6143"/>
                    <a:pt x="9719" y="6096"/>
                    <a:pt x="10203" y="6013"/>
                  </a:cubicBezTo>
                  <a:cubicBezTo>
                    <a:pt x="11262" y="5846"/>
                    <a:pt x="12014" y="5316"/>
                    <a:pt x="12433" y="4313"/>
                  </a:cubicBezTo>
                  <a:cubicBezTo>
                    <a:pt x="12564" y="3918"/>
                    <a:pt x="12894" y="3697"/>
                    <a:pt x="13306" y="3697"/>
                  </a:cubicBezTo>
                  <a:cubicBezTo>
                    <a:pt x="13331" y="3697"/>
                    <a:pt x="13355" y="3698"/>
                    <a:pt x="13380" y="3699"/>
                  </a:cubicBezTo>
                  <a:cubicBezTo>
                    <a:pt x="14384" y="3783"/>
                    <a:pt x="15415" y="3839"/>
                    <a:pt x="16419" y="3950"/>
                  </a:cubicBezTo>
                  <a:cubicBezTo>
                    <a:pt x="16510" y="3967"/>
                    <a:pt x="16599" y="3976"/>
                    <a:pt x="16686" y="3976"/>
                  </a:cubicBezTo>
                  <a:cubicBezTo>
                    <a:pt x="17019" y="3976"/>
                    <a:pt x="17306" y="3842"/>
                    <a:pt x="17506" y="3532"/>
                  </a:cubicBezTo>
                  <a:cubicBezTo>
                    <a:pt x="17729" y="3198"/>
                    <a:pt x="17729" y="2807"/>
                    <a:pt x="17506" y="2445"/>
                  </a:cubicBezTo>
                  <a:cubicBezTo>
                    <a:pt x="17227" y="2083"/>
                    <a:pt x="16865" y="1999"/>
                    <a:pt x="16419" y="1999"/>
                  </a:cubicBezTo>
                  <a:cubicBezTo>
                    <a:pt x="15332" y="1999"/>
                    <a:pt x="14300" y="1971"/>
                    <a:pt x="13241" y="1832"/>
                  </a:cubicBezTo>
                  <a:cubicBezTo>
                    <a:pt x="12572" y="1720"/>
                    <a:pt x="12377" y="1163"/>
                    <a:pt x="12237" y="577"/>
                  </a:cubicBezTo>
                  <a:cubicBezTo>
                    <a:pt x="12151" y="188"/>
                    <a:pt x="11981" y="1"/>
                    <a:pt x="117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-453604" y="4156740"/>
              <a:ext cx="852535" cy="293631"/>
            </a:xfrm>
            <a:custGeom>
              <a:rect b="b" l="l" r="r" t="t"/>
              <a:pathLst>
                <a:path extrusionOk="0" h="6068" w="17618">
                  <a:moveTo>
                    <a:pt x="11747" y="1"/>
                  </a:moveTo>
                  <a:cubicBezTo>
                    <a:pt x="11634" y="1"/>
                    <a:pt x="11494" y="26"/>
                    <a:pt x="11318" y="71"/>
                  </a:cubicBezTo>
                  <a:cubicBezTo>
                    <a:pt x="10500" y="330"/>
                    <a:pt x="9675" y="455"/>
                    <a:pt x="8850" y="455"/>
                  </a:cubicBezTo>
                  <a:cubicBezTo>
                    <a:pt x="8072" y="455"/>
                    <a:pt x="7295" y="343"/>
                    <a:pt x="6523" y="127"/>
                  </a:cubicBezTo>
                  <a:cubicBezTo>
                    <a:pt x="6273" y="53"/>
                    <a:pt x="6093" y="6"/>
                    <a:pt x="5958" y="6"/>
                  </a:cubicBezTo>
                  <a:cubicBezTo>
                    <a:pt x="5687" y="6"/>
                    <a:pt x="5594" y="192"/>
                    <a:pt x="5464" y="712"/>
                  </a:cubicBezTo>
                  <a:cubicBezTo>
                    <a:pt x="5325" y="1270"/>
                    <a:pt x="5018" y="1744"/>
                    <a:pt x="4377" y="1827"/>
                  </a:cubicBezTo>
                  <a:cubicBezTo>
                    <a:pt x="3513" y="1939"/>
                    <a:pt x="2677" y="1995"/>
                    <a:pt x="1813" y="2078"/>
                  </a:cubicBezTo>
                  <a:cubicBezTo>
                    <a:pt x="1813" y="2023"/>
                    <a:pt x="1813" y="2023"/>
                    <a:pt x="1757" y="1967"/>
                  </a:cubicBezTo>
                  <a:cubicBezTo>
                    <a:pt x="1534" y="1967"/>
                    <a:pt x="1283" y="1939"/>
                    <a:pt x="1032" y="1939"/>
                  </a:cubicBezTo>
                  <a:cubicBezTo>
                    <a:pt x="475" y="1939"/>
                    <a:pt x="1" y="2413"/>
                    <a:pt x="29" y="2942"/>
                  </a:cubicBezTo>
                  <a:cubicBezTo>
                    <a:pt x="81" y="3493"/>
                    <a:pt x="577" y="3895"/>
                    <a:pt x="1145" y="3895"/>
                  </a:cubicBezTo>
                  <a:cubicBezTo>
                    <a:pt x="1182" y="3895"/>
                    <a:pt x="1218" y="3894"/>
                    <a:pt x="1255" y="3890"/>
                  </a:cubicBezTo>
                  <a:cubicBezTo>
                    <a:pt x="2286" y="3779"/>
                    <a:pt x="3346" y="3695"/>
                    <a:pt x="4377" y="3639"/>
                  </a:cubicBezTo>
                  <a:cubicBezTo>
                    <a:pt x="4405" y="3638"/>
                    <a:pt x="4432" y="3637"/>
                    <a:pt x="4459" y="3637"/>
                  </a:cubicBezTo>
                  <a:cubicBezTo>
                    <a:pt x="4912" y="3637"/>
                    <a:pt x="5195" y="3861"/>
                    <a:pt x="5353" y="4308"/>
                  </a:cubicBezTo>
                  <a:cubicBezTo>
                    <a:pt x="5631" y="5061"/>
                    <a:pt x="6189" y="5507"/>
                    <a:pt x="6969" y="5758"/>
                  </a:cubicBezTo>
                  <a:cubicBezTo>
                    <a:pt x="7572" y="5982"/>
                    <a:pt x="8184" y="6067"/>
                    <a:pt x="8801" y="6067"/>
                  </a:cubicBezTo>
                  <a:cubicBezTo>
                    <a:pt x="9184" y="6067"/>
                    <a:pt x="9568" y="6034"/>
                    <a:pt x="9952" y="5981"/>
                  </a:cubicBezTo>
                  <a:cubicBezTo>
                    <a:pt x="11039" y="5786"/>
                    <a:pt x="11931" y="5312"/>
                    <a:pt x="12405" y="4197"/>
                  </a:cubicBezTo>
                  <a:cubicBezTo>
                    <a:pt x="12561" y="3808"/>
                    <a:pt x="12885" y="3636"/>
                    <a:pt x="13287" y="3636"/>
                  </a:cubicBezTo>
                  <a:cubicBezTo>
                    <a:pt x="13318" y="3636"/>
                    <a:pt x="13349" y="3637"/>
                    <a:pt x="13381" y="3639"/>
                  </a:cubicBezTo>
                  <a:cubicBezTo>
                    <a:pt x="14384" y="3695"/>
                    <a:pt x="15388" y="3779"/>
                    <a:pt x="16419" y="3890"/>
                  </a:cubicBezTo>
                  <a:cubicBezTo>
                    <a:pt x="16512" y="3902"/>
                    <a:pt x="16603" y="3909"/>
                    <a:pt x="16691" y="3909"/>
                  </a:cubicBezTo>
                  <a:cubicBezTo>
                    <a:pt x="17028" y="3909"/>
                    <a:pt x="17318" y="3809"/>
                    <a:pt x="17451" y="3500"/>
                  </a:cubicBezTo>
                  <a:cubicBezTo>
                    <a:pt x="17590" y="3193"/>
                    <a:pt x="17618" y="2775"/>
                    <a:pt x="17534" y="2441"/>
                  </a:cubicBezTo>
                  <a:cubicBezTo>
                    <a:pt x="17339" y="2023"/>
                    <a:pt x="16921" y="1939"/>
                    <a:pt x="16475" y="1939"/>
                  </a:cubicBezTo>
                  <a:cubicBezTo>
                    <a:pt x="16099" y="1953"/>
                    <a:pt x="15722" y="1960"/>
                    <a:pt x="15346" y="1960"/>
                  </a:cubicBezTo>
                  <a:cubicBezTo>
                    <a:pt x="14970" y="1960"/>
                    <a:pt x="14593" y="1953"/>
                    <a:pt x="14217" y="1939"/>
                  </a:cubicBezTo>
                  <a:cubicBezTo>
                    <a:pt x="12879" y="1855"/>
                    <a:pt x="12517" y="1577"/>
                    <a:pt x="12266" y="601"/>
                  </a:cubicBezTo>
                  <a:cubicBezTo>
                    <a:pt x="12165" y="176"/>
                    <a:pt x="12049" y="1"/>
                    <a:pt x="11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0"/>
            <p:cNvSpPr/>
            <p:nvPr/>
          </p:nvSpPr>
          <p:spPr>
            <a:xfrm>
              <a:off x="-453604" y="4573599"/>
              <a:ext cx="852535" cy="292760"/>
            </a:xfrm>
            <a:custGeom>
              <a:rect b="b" l="l" r="r" t="t"/>
              <a:pathLst>
                <a:path extrusionOk="0" h="6050" w="17618">
                  <a:moveTo>
                    <a:pt x="11656" y="0"/>
                  </a:moveTo>
                  <a:cubicBezTo>
                    <a:pt x="11578" y="0"/>
                    <a:pt x="11492" y="14"/>
                    <a:pt x="11402" y="42"/>
                  </a:cubicBezTo>
                  <a:cubicBezTo>
                    <a:pt x="10510" y="321"/>
                    <a:pt x="9625" y="460"/>
                    <a:pt x="8747" y="460"/>
                  </a:cubicBezTo>
                  <a:cubicBezTo>
                    <a:pt x="7868" y="460"/>
                    <a:pt x="6997" y="321"/>
                    <a:pt x="6133" y="42"/>
                  </a:cubicBezTo>
                  <a:cubicBezTo>
                    <a:pt x="6052" y="15"/>
                    <a:pt x="5980" y="2"/>
                    <a:pt x="5916" y="2"/>
                  </a:cubicBezTo>
                  <a:cubicBezTo>
                    <a:pt x="5651" y="2"/>
                    <a:pt x="5521" y="213"/>
                    <a:pt x="5408" y="460"/>
                  </a:cubicBezTo>
                  <a:cubicBezTo>
                    <a:pt x="5297" y="739"/>
                    <a:pt x="5269" y="1045"/>
                    <a:pt x="5074" y="1268"/>
                  </a:cubicBezTo>
                  <a:cubicBezTo>
                    <a:pt x="4879" y="1491"/>
                    <a:pt x="4572" y="1770"/>
                    <a:pt x="4238" y="1826"/>
                  </a:cubicBezTo>
                  <a:cubicBezTo>
                    <a:pt x="3206" y="1910"/>
                    <a:pt x="2119" y="1965"/>
                    <a:pt x="1032" y="1965"/>
                  </a:cubicBezTo>
                  <a:cubicBezTo>
                    <a:pt x="447" y="1965"/>
                    <a:pt x="1" y="2300"/>
                    <a:pt x="1" y="2885"/>
                  </a:cubicBezTo>
                  <a:cubicBezTo>
                    <a:pt x="1" y="3490"/>
                    <a:pt x="422" y="3921"/>
                    <a:pt x="962" y="3921"/>
                  </a:cubicBezTo>
                  <a:cubicBezTo>
                    <a:pt x="994" y="3921"/>
                    <a:pt x="1027" y="3920"/>
                    <a:pt x="1060" y="3917"/>
                  </a:cubicBezTo>
                  <a:cubicBezTo>
                    <a:pt x="1924" y="3805"/>
                    <a:pt x="2732" y="3666"/>
                    <a:pt x="3624" y="3638"/>
                  </a:cubicBezTo>
                  <a:cubicBezTo>
                    <a:pt x="3767" y="3629"/>
                    <a:pt x="3899" y="3622"/>
                    <a:pt x="4022" y="3622"/>
                  </a:cubicBezTo>
                  <a:cubicBezTo>
                    <a:pt x="4643" y="3622"/>
                    <a:pt x="5027" y="3780"/>
                    <a:pt x="5353" y="4502"/>
                  </a:cubicBezTo>
                  <a:cubicBezTo>
                    <a:pt x="5631" y="5171"/>
                    <a:pt x="6189" y="5645"/>
                    <a:pt x="6914" y="5812"/>
                  </a:cubicBezTo>
                  <a:cubicBezTo>
                    <a:pt x="7555" y="5982"/>
                    <a:pt x="8184" y="6050"/>
                    <a:pt x="8827" y="6050"/>
                  </a:cubicBezTo>
                  <a:cubicBezTo>
                    <a:pt x="9133" y="6050"/>
                    <a:pt x="9442" y="6034"/>
                    <a:pt x="9757" y="6007"/>
                  </a:cubicBezTo>
                  <a:cubicBezTo>
                    <a:pt x="10928" y="5896"/>
                    <a:pt x="11820" y="5394"/>
                    <a:pt x="12322" y="4279"/>
                  </a:cubicBezTo>
                  <a:cubicBezTo>
                    <a:pt x="12461" y="4000"/>
                    <a:pt x="12851" y="3666"/>
                    <a:pt x="13102" y="3666"/>
                  </a:cubicBezTo>
                  <a:cubicBezTo>
                    <a:pt x="14189" y="3666"/>
                    <a:pt x="15248" y="3777"/>
                    <a:pt x="16336" y="3917"/>
                  </a:cubicBezTo>
                  <a:cubicBezTo>
                    <a:pt x="16420" y="3929"/>
                    <a:pt x="16501" y="3935"/>
                    <a:pt x="16580" y="3935"/>
                  </a:cubicBezTo>
                  <a:cubicBezTo>
                    <a:pt x="16866" y="3935"/>
                    <a:pt x="17114" y="3845"/>
                    <a:pt x="17311" y="3582"/>
                  </a:cubicBezTo>
                  <a:cubicBezTo>
                    <a:pt x="17590" y="3248"/>
                    <a:pt x="17618" y="2829"/>
                    <a:pt x="17395" y="2439"/>
                  </a:cubicBezTo>
                  <a:cubicBezTo>
                    <a:pt x="17172" y="2133"/>
                    <a:pt x="16865" y="1993"/>
                    <a:pt x="16447" y="1993"/>
                  </a:cubicBezTo>
                  <a:cubicBezTo>
                    <a:pt x="15667" y="1993"/>
                    <a:pt x="14942" y="1965"/>
                    <a:pt x="14189" y="1965"/>
                  </a:cubicBezTo>
                  <a:cubicBezTo>
                    <a:pt x="13102" y="1965"/>
                    <a:pt x="12294" y="1603"/>
                    <a:pt x="12099" y="376"/>
                  </a:cubicBezTo>
                  <a:cubicBezTo>
                    <a:pt x="12057" y="125"/>
                    <a:pt x="11889" y="0"/>
                    <a:pt x="116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0"/>
            <p:cNvSpPr/>
            <p:nvPr/>
          </p:nvSpPr>
          <p:spPr>
            <a:xfrm>
              <a:off x="-452249" y="2910710"/>
              <a:ext cx="859116" cy="292421"/>
            </a:xfrm>
            <a:custGeom>
              <a:rect b="b" l="l" r="r" t="t"/>
              <a:pathLst>
                <a:path extrusionOk="0" h="6043" w="17754">
                  <a:moveTo>
                    <a:pt x="11678" y="1"/>
                  </a:moveTo>
                  <a:cubicBezTo>
                    <a:pt x="11535" y="1"/>
                    <a:pt x="11356" y="44"/>
                    <a:pt x="11123" y="121"/>
                  </a:cubicBezTo>
                  <a:cubicBezTo>
                    <a:pt x="10340" y="355"/>
                    <a:pt x="9565" y="466"/>
                    <a:pt x="8792" y="466"/>
                  </a:cubicBezTo>
                  <a:cubicBezTo>
                    <a:pt x="7997" y="466"/>
                    <a:pt x="7204" y="348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5"/>
                    <a:pt x="5408" y="707"/>
                  </a:cubicBezTo>
                  <a:cubicBezTo>
                    <a:pt x="5213" y="1431"/>
                    <a:pt x="4767" y="1822"/>
                    <a:pt x="4070" y="1933"/>
                  </a:cubicBezTo>
                  <a:cubicBezTo>
                    <a:pt x="3457" y="1989"/>
                    <a:pt x="2816" y="2045"/>
                    <a:pt x="2203" y="2073"/>
                  </a:cubicBezTo>
                  <a:lnTo>
                    <a:pt x="2203" y="2045"/>
                  </a:lnTo>
                  <a:lnTo>
                    <a:pt x="1004" y="2045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59"/>
                    <a:pt x="574" y="3914"/>
                    <a:pt x="1111" y="3914"/>
                  </a:cubicBezTo>
                  <a:cubicBezTo>
                    <a:pt x="1131" y="3914"/>
                    <a:pt x="1151" y="3913"/>
                    <a:pt x="1171" y="3912"/>
                  </a:cubicBezTo>
                  <a:cubicBezTo>
                    <a:pt x="2203" y="3857"/>
                    <a:pt x="3234" y="3773"/>
                    <a:pt x="4293" y="3717"/>
                  </a:cubicBezTo>
                  <a:cubicBezTo>
                    <a:pt x="4341" y="3712"/>
                    <a:pt x="4388" y="3709"/>
                    <a:pt x="4433" y="3709"/>
                  </a:cubicBezTo>
                  <a:cubicBezTo>
                    <a:pt x="4838" y="3709"/>
                    <a:pt x="5146" y="3930"/>
                    <a:pt x="5297" y="4330"/>
                  </a:cubicBezTo>
                  <a:cubicBezTo>
                    <a:pt x="5631" y="5195"/>
                    <a:pt x="6328" y="5752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30"/>
                    <a:pt x="9868" y="6003"/>
                  </a:cubicBezTo>
                  <a:cubicBezTo>
                    <a:pt x="11011" y="5891"/>
                    <a:pt x="11959" y="5390"/>
                    <a:pt x="12405" y="4219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5"/>
                    <a:pt x="15471" y="3773"/>
                    <a:pt x="16531" y="3884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8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9"/>
                  </a:cubicBezTo>
                  <a:cubicBezTo>
                    <a:pt x="16399" y="1999"/>
                    <a:pt x="16210" y="2004"/>
                    <a:pt x="16021" y="2004"/>
                  </a:cubicBezTo>
                  <a:cubicBezTo>
                    <a:pt x="15198" y="2004"/>
                    <a:pt x="14364" y="1918"/>
                    <a:pt x="13548" y="1850"/>
                  </a:cubicBezTo>
                  <a:cubicBezTo>
                    <a:pt x="12823" y="1794"/>
                    <a:pt x="12461" y="1487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0"/>
            <p:cNvSpPr/>
            <p:nvPr/>
          </p:nvSpPr>
          <p:spPr>
            <a:xfrm>
              <a:off x="-452249" y="2493995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49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30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57"/>
                    <a:pt x="574" y="3912"/>
                    <a:pt x="1111" y="3912"/>
                  </a:cubicBezTo>
                  <a:cubicBezTo>
                    <a:pt x="1131" y="3912"/>
                    <a:pt x="1151" y="3912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41" y="3710"/>
                    <a:pt x="4388" y="3707"/>
                    <a:pt x="4433" y="3707"/>
                  </a:cubicBezTo>
                  <a:cubicBezTo>
                    <a:pt x="4838" y="3707"/>
                    <a:pt x="5146" y="3928"/>
                    <a:pt x="5297" y="4329"/>
                  </a:cubicBezTo>
                  <a:cubicBezTo>
                    <a:pt x="5631" y="5193"/>
                    <a:pt x="6328" y="5751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0"/>
                    <a:pt x="16734" y="3900"/>
                  </a:cubicBezTo>
                  <a:cubicBezTo>
                    <a:pt x="17137" y="3900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-452249" y="2079120"/>
              <a:ext cx="859116" cy="292518"/>
            </a:xfrm>
            <a:custGeom>
              <a:rect b="b" l="l" r="r" t="t"/>
              <a:pathLst>
                <a:path extrusionOk="0" h="6045" w="17754">
                  <a:moveTo>
                    <a:pt x="11671" y="1"/>
                  </a:moveTo>
                  <a:cubicBezTo>
                    <a:pt x="11530" y="1"/>
                    <a:pt x="11352" y="40"/>
                    <a:pt x="11123" y="108"/>
                  </a:cubicBezTo>
                  <a:cubicBezTo>
                    <a:pt x="10340" y="356"/>
                    <a:pt x="9563" y="474"/>
                    <a:pt x="8790" y="474"/>
                  </a:cubicBezTo>
                  <a:cubicBezTo>
                    <a:pt x="7995" y="474"/>
                    <a:pt x="7204" y="349"/>
                    <a:pt x="6412" y="108"/>
                  </a:cubicBezTo>
                  <a:cubicBezTo>
                    <a:pt x="6226" y="62"/>
                    <a:pt x="6079" y="35"/>
                    <a:pt x="5960" y="35"/>
                  </a:cubicBezTo>
                  <a:cubicBezTo>
                    <a:pt x="5650" y="35"/>
                    <a:pt x="5529" y="218"/>
                    <a:pt x="5408" y="722"/>
                  </a:cubicBezTo>
                  <a:cubicBezTo>
                    <a:pt x="5213" y="1446"/>
                    <a:pt x="4767" y="1837"/>
                    <a:pt x="4070" y="1920"/>
                  </a:cubicBezTo>
                  <a:cubicBezTo>
                    <a:pt x="3457" y="2004"/>
                    <a:pt x="2816" y="2032"/>
                    <a:pt x="2203" y="2087"/>
                  </a:cubicBezTo>
                  <a:lnTo>
                    <a:pt x="2203" y="2032"/>
                  </a:lnTo>
                  <a:lnTo>
                    <a:pt x="1004" y="2032"/>
                  </a:lnTo>
                  <a:cubicBezTo>
                    <a:pt x="447" y="2060"/>
                    <a:pt x="1" y="2533"/>
                    <a:pt x="28" y="3035"/>
                  </a:cubicBezTo>
                  <a:cubicBezTo>
                    <a:pt x="55" y="3547"/>
                    <a:pt x="577" y="3929"/>
                    <a:pt x="1115" y="3929"/>
                  </a:cubicBezTo>
                  <a:cubicBezTo>
                    <a:pt x="1134" y="3929"/>
                    <a:pt x="1153" y="3928"/>
                    <a:pt x="1171" y="3927"/>
                  </a:cubicBezTo>
                  <a:cubicBezTo>
                    <a:pt x="2203" y="3844"/>
                    <a:pt x="3234" y="3788"/>
                    <a:pt x="4293" y="3704"/>
                  </a:cubicBezTo>
                  <a:cubicBezTo>
                    <a:pt x="4323" y="3702"/>
                    <a:pt x="4352" y="3702"/>
                    <a:pt x="4380" y="3702"/>
                  </a:cubicBezTo>
                  <a:cubicBezTo>
                    <a:pt x="4811" y="3702"/>
                    <a:pt x="5140" y="3901"/>
                    <a:pt x="5297" y="4345"/>
                  </a:cubicBezTo>
                  <a:cubicBezTo>
                    <a:pt x="5631" y="5209"/>
                    <a:pt x="6328" y="5767"/>
                    <a:pt x="7248" y="5906"/>
                  </a:cubicBezTo>
                  <a:cubicBezTo>
                    <a:pt x="7839" y="6002"/>
                    <a:pt x="8429" y="6045"/>
                    <a:pt x="9029" y="6045"/>
                  </a:cubicBezTo>
                  <a:cubicBezTo>
                    <a:pt x="9306" y="6045"/>
                    <a:pt x="9586" y="6035"/>
                    <a:pt x="9868" y="6018"/>
                  </a:cubicBezTo>
                  <a:cubicBezTo>
                    <a:pt x="11011" y="5906"/>
                    <a:pt x="11959" y="5377"/>
                    <a:pt x="12405" y="4234"/>
                  </a:cubicBezTo>
                  <a:cubicBezTo>
                    <a:pt x="12560" y="3845"/>
                    <a:pt x="12884" y="3673"/>
                    <a:pt x="13265" y="3673"/>
                  </a:cubicBezTo>
                  <a:cubicBezTo>
                    <a:pt x="13294" y="3673"/>
                    <a:pt x="13323" y="3674"/>
                    <a:pt x="13353" y="3676"/>
                  </a:cubicBezTo>
                  <a:cubicBezTo>
                    <a:pt x="14384" y="3732"/>
                    <a:pt x="15471" y="3788"/>
                    <a:pt x="16531" y="3871"/>
                  </a:cubicBezTo>
                  <a:cubicBezTo>
                    <a:pt x="16601" y="3883"/>
                    <a:pt x="16669" y="3889"/>
                    <a:pt x="16734" y="3889"/>
                  </a:cubicBezTo>
                  <a:cubicBezTo>
                    <a:pt x="17137" y="3889"/>
                    <a:pt x="17442" y="3674"/>
                    <a:pt x="17562" y="3314"/>
                  </a:cubicBezTo>
                  <a:cubicBezTo>
                    <a:pt x="17754" y="2766"/>
                    <a:pt x="17461" y="2003"/>
                    <a:pt x="16631" y="2003"/>
                  </a:cubicBezTo>
                  <a:cubicBezTo>
                    <a:pt x="16616" y="2003"/>
                    <a:pt x="16601" y="2003"/>
                    <a:pt x="16586" y="2004"/>
                  </a:cubicBezTo>
                  <a:cubicBezTo>
                    <a:pt x="16478" y="2007"/>
                    <a:pt x="16369" y="2008"/>
                    <a:pt x="16260" y="2008"/>
                  </a:cubicBezTo>
                  <a:cubicBezTo>
                    <a:pt x="15360" y="2008"/>
                    <a:pt x="14443" y="1914"/>
                    <a:pt x="13548" y="1864"/>
                  </a:cubicBezTo>
                  <a:cubicBezTo>
                    <a:pt x="12823" y="1781"/>
                    <a:pt x="12461" y="1474"/>
                    <a:pt x="12266" y="749"/>
                  </a:cubicBezTo>
                  <a:cubicBezTo>
                    <a:pt x="12130" y="207"/>
                    <a:pt x="11994" y="1"/>
                    <a:pt x="116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-452249" y="1663083"/>
              <a:ext cx="859116" cy="292372"/>
            </a:xfrm>
            <a:custGeom>
              <a:rect b="b" l="l" r="r" t="t"/>
              <a:pathLst>
                <a:path extrusionOk="0" h="6042" w="17754">
                  <a:moveTo>
                    <a:pt x="11678" y="0"/>
                  </a:moveTo>
                  <a:cubicBezTo>
                    <a:pt x="11535" y="0"/>
                    <a:pt x="11356" y="43"/>
                    <a:pt x="11123" y="121"/>
                  </a:cubicBezTo>
                  <a:cubicBezTo>
                    <a:pt x="10340" y="354"/>
                    <a:pt x="9565" y="466"/>
                    <a:pt x="8792" y="466"/>
                  </a:cubicBezTo>
                  <a:cubicBezTo>
                    <a:pt x="7997" y="466"/>
                    <a:pt x="7204" y="347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4"/>
                    <a:pt x="5408" y="706"/>
                  </a:cubicBezTo>
                  <a:cubicBezTo>
                    <a:pt x="5213" y="1431"/>
                    <a:pt x="4767" y="1821"/>
                    <a:pt x="4070" y="1933"/>
                  </a:cubicBezTo>
                  <a:cubicBezTo>
                    <a:pt x="3457" y="1988"/>
                    <a:pt x="2816" y="2044"/>
                    <a:pt x="2203" y="2072"/>
                  </a:cubicBezTo>
                  <a:lnTo>
                    <a:pt x="2203" y="2016"/>
                  </a:lnTo>
                  <a:lnTo>
                    <a:pt x="1004" y="2016"/>
                  </a:lnTo>
                  <a:cubicBezTo>
                    <a:pt x="447" y="2072"/>
                    <a:pt x="1" y="2518"/>
                    <a:pt x="28" y="3048"/>
                  </a:cubicBezTo>
                  <a:cubicBezTo>
                    <a:pt x="55" y="3532"/>
                    <a:pt x="577" y="3913"/>
                    <a:pt x="1115" y="3913"/>
                  </a:cubicBezTo>
                  <a:cubicBezTo>
                    <a:pt x="1134" y="3913"/>
                    <a:pt x="1152" y="3913"/>
                    <a:pt x="1171" y="3912"/>
                  </a:cubicBezTo>
                  <a:cubicBezTo>
                    <a:pt x="2203" y="3856"/>
                    <a:pt x="3234" y="3772"/>
                    <a:pt x="4293" y="3717"/>
                  </a:cubicBezTo>
                  <a:cubicBezTo>
                    <a:pt x="4341" y="3711"/>
                    <a:pt x="4388" y="3708"/>
                    <a:pt x="4433" y="3708"/>
                  </a:cubicBezTo>
                  <a:cubicBezTo>
                    <a:pt x="4838" y="3708"/>
                    <a:pt x="5146" y="3929"/>
                    <a:pt x="5297" y="4330"/>
                  </a:cubicBezTo>
                  <a:cubicBezTo>
                    <a:pt x="5631" y="5194"/>
                    <a:pt x="6328" y="5751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29"/>
                    <a:pt x="9868" y="6002"/>
                  </a:cubicBezTo>
                  <a:cubicBezTo>
                    <a:pt x="11011" y="5891"/>
                    <a:pt x="11959" y="5389"/>
                    <a:pt x="12405" y="4218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587" y="3890"/>
                    <a:pt x="16641" y="3893"/>
                    <a:pt x="16695" y="3893"/>
                  </a:cubicBezTo>
                  <a:cubicBezTo>
                    <a:pt x="17116" y="3893"/>
                    <a:pt x="17438" y="3698"/>
                    <a:pt x="17562" y="3326"/>
                  </a:cubicBezTo>
                  <a:cubicBezTo>
                    <a:pt x="17754" y="2778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8"/>
                  </a:cubicBezTo>
                  <a:cubicBezTo>
                    <a:pt x="16399" y="1999"/>
                    <a:pt x="16210" y="2003"/>
                    <a:pt x="16021" y="2003"/>
                  </a:cubicBezTo>
                  <a:cubicBezTo>
                    <a:pt x="15198" y="2003"/>
                    <a:pt x="14364" y="1917"/>
                    <a:pt x="13548" y="1849"/>
                  </a:cubicBezTo>
                  <a:cubicBezTo>
                    <a:pt x="12823" y="1793"/>
                    <a:pt x="12461" y="1459"/>
                    <a:pt x="12266" y="734"/>
                  </a:cubicBezTo>
                  <a:cubicBezTo>
                    <a:pt x="12131" y="214"/>
                    <a:pt x="11996" y="0"/>
                    <a:pt x="116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-452249" y="1247675"/>
              <a:ext cx="859116" cy="292711"/>
            </a:xfrm>
            <a:custGeom>
              <a:rect b="b" l="l" r="r" t="t"/>
              <a:pathLst>
                <a:path extrusionOk="0" h="6049" w="17754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1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9"/>
                    <a:pt x="12405" y="4246"/>
                  </a:cubicBezTo>
                  <a:cubicBezTo>
                    <a:pt x="12560" y="3857"/>
                    <a:pt x="12884" y="3685"/>
                    <a:pt x="13265" y="3685"/>
                  </a:cubicBezTo>
                  <a:cubicBezTo>
                    <a:pt x="13294" y="3685"/>
                    <a:pt x="13323" y="3686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5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3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0"/>
            <p:cNvSpPr/>
            <p:nvPr/>
          </p:nvSpPr>
          <p:spPr>
            <a:xfrm>
              <a:off x="-452249" y="832170"/>
              <a:ext cx="859116" cy="291840"/>
            </a:xfrm>
            <a:custGeom>
              <a:rect b="b" l="l" r="r" t="t"/>
              <a:pathLst>
                <a:path extrusionOk="0" h="6031" w="17754">
                  <a:moveTo>
                    <a:pt x="11678" y="1"/>
                  </a:moveTo>
                  <a:cubicBezTo>
                    <a:pt x="11535" y="1"/>
                    <a:pt x="11356" y="44"/>
                    <a:pt x="11123" y="122"/>
                  </a:cubicBezTo>
                  <a:cubicBezTo>
                    <a:pt x="10340" y="355"/>
                    <a:pt x="9565" y="467"/>
                    <a:pt x="8792" y="467"/>
                  </a:cubicBezTo>
                  <a:cubicBezTo>
                    <a:pt x="7997" y="467"/>
                    <a:pt x="7204" y="348"/>
                    <a:pt x="6412" y="122"/>
                  </a:cubicBezTo>
                  <a:cubicBezTo>
                    <a:pt x="6213" y="64"/>
                    <a:pt x="6059" y="30"/>
                    <a:pt x="5935" y="30"/>
                  </a:cubicBezTo>
                  <a:cubicBezTo>
                    <a:pt x="5643" y="30"/>
                    <a:pt x="5526" y="217"/>
                    <a:pt x="5408" y="707"/>
                  </a:cubicBezTo>
                  <a:cubicBezTo>
                    <a:pt x="5213" y="1432"/>
                    <a:pt x="4767" y="1822"/>
                    <a:pt x="4070" y="1933"/>
                  </a:cubicBezTo>
                  <a:cubicBezTo>
                    <a:pt x="3457" y="1989"/>
                    <a:pt x="2816" y="2017"/>
                    <a:pt x="2203" y="2073"/>
                  </a:cubicBezTo>
                  <a:lnTo>
                    <a:pt x="2203" y="2017"/>
                  </a:lnTo>
                  <a:lnTo>
                    <a:pt x="1004" y="2017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33"/>
                    <a:pt x="577" y="3914"/>
                    <a:pt x="1115" y="3914"/>
                  </a:cubicBezTo>
                  <a:cubicBezTo>
                    <a:pt x="1134" y="3914"/>
                    <a:pt x="1152" y="3914"/>
                    <a:pt x="1171" y="3913"/>
                  </a:cubicBezTo>
                  <a:cubicBezTo>
                    <a:pt x="2203" y="3829"/>
                    <a:pt x="3234" y="3773"/>
                    <a:pt x="4293" y="3690"/>
                  </a:cubicBezTo>
                  <a:cubicBezTo>
                    <a:pt x="4320" y="3688"/>
                    <a:pt x="4346" y="3687"/>
                    <a:pt x="4372" y="3687"/>
                  </a:cubicBezTo>
                  <a:cubicBezTo>
                    <a:pt x="4807" y="3687"/>
                    <a:pt x="5139" y="3910"/>
                    <a:pt x="5297" y="4331"/>
                  </a:cubicBezTo>
                  <a:cubicBezTo>
                    <a:pt x="5631" y="5195"/>
                    <a:pt x="6328" y="5752"/>
                    <a:pt x="7248" y="5892"/>
                  </a:cubicBezTo>
                  <a:cubicBezTo>
                    <a:pt x="7839" y="5987"/>
                    <a:pt x="8429" y="6030"/>
                    <a:pt x="9029" y="6030"/>
                  </a:cubicBezTo>
                  <a:cubicBezTo>
                    <a:pt x="9306" y="6030"/>
                    <a:pt x="9586" y="6021"/>
                    <a:pt x="9868" y="6003"/>
                  </a:cubicBezTo>
                  <a:cubicBezTo>
                    <a:pt x="11011" y="5892"/>
                    <a:pt x="11959" y="5362"/>
                    <a:pt x="12405" y="4219"/>
                  </a:cubicBezTo>
                  <a:cubicBezTo>
                    <a:pt x="12560" y="3831"/>
                    <a:pt x="12884" y="3659"/>
                    <a:pt x="13265" y="3659"/>
                  </a:cubicBezTo>
                  <a:cubicBezTo>
                    <a:pt x="13294" y="3659"/>
                    <a:pt x="13323" y="3660"/>
                    <a:pt x="13353" y="3662"/>
                  </a:cubicBezTo>
                  <a:cubicBezTo>
                    <a:pt x="14384" y="3745"/>
                    <a:pt x="15471" y="3773"/>
                    <a:pt x="16531" y="3885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9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9"/>
                    <a:pt x="16586" y="1989"/>
                  </a:cubicBezTo>
                  <a:cubicBezTo>
                    <a:pt x="16452" y="1993"/>
                    <a:pt x="16317" y="1995"/>
                    <a:pt x="16182" y="1995"/>
                  </a:cubicBezTo>
                  <a:cubicBezTo>
                    <a:pt x="15307" y="1995"/>
                    <a:pt x="14417" y="1922"/>
                    <a:pt x="13548" y="1850"/>
                  </a:cubicBezTo>
                  <a:cubicBezTo>
                    <a:pt x="12823" y="1794"/>
                    <a:pt x="12461" y="1460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0"/>
            <p:cNvSpPr/>
            <p:nvPr/>
          </p:nvSpPr>
          <p:spPr>
            <a:xfrm>
              <a:off x="-452249" y="416811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0"/>
            <p:cNvSpPr/>
            <p:nvPr/>
          </p:nvSpPr>
          <p:spPr>
            <a:xfrm>
              <a:off x="-452249" y="-1"/>
              <a:ext cx="859116" cy="292760"/>
            </a:xfrm>
            <a:custGeom>
              <a:rect b="b" l="l" r="r" t="t"/>
              <a:pathLst>
                <a:path extrusionOk="0" h="6050" w="17754">
                  <a:moveTo>
                    <a:pt x="11674" y="1"/>
                  </a:moveTo>
                  <a:cubicBezTo>
                    <a:pt x="11532" y="1"/>
                    <a:pt x="11353" y="44"/>
                    <a:pt x="11123" y="121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1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4"/>
                    <a:pt x="5408" y="706"/>
                  </a:cubicBezTo>
                  <a:cubicBezTo>
                    <a:pt x="5213" y="1459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2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2"/>
                    <a:pt x="1" y="2518"/>
                    <a:pt x="28" y="3047"/>
                  </a:cubicBezTo>
                  <a:cubicBezTo>
                    <a:pt x="55" y="3543"/>
                    <a:pt x="545" y="3917"/>
                    <a:pt x="1065" y="3917"/>
                  </a:cubicBezTo>
                  <a:cubicBezTo>
                    <a:pt x="1100" y="3917"/>
                    <a:pt x="1136" y="3915"/>
                    <a:pt x="1171" y="3912"/>
                  </a:cubicBezTo>
                  <a:cubicBezTo>
                    <a:pt x="2203" y="3856"/>
                    <a:pt x="3234" y="3772"/>
                    <a:pt x="4293" y="3716"/>
                  </a:cubicBezTo>
                  <a:cubicBezTo>
                    <a:pt x="4323" y="3715"/>
                    <a:pt x="4352" y="3714"/>
                    <a:pt x="4381" y="3714"/>
                  </a:cubicBezTo>
                  <a:cubicBezTo>
                    <a:pt x="4812" y="3714"/>
                    <a:pt x="5140" y="3911"/>
                    <a:pt x="5297" y="4330"/>
                  </a:cubicBezTo>
                  <a:cubicBezTo>
                    <a:pt x="5631" y="5222"/>
                    <a:pt x="6328" y="5779"/>
                    <a:pt x="7248" y="5919"/>
                  </a:cubicBezTo>
                  <a:cubicBezTo>
                    <a:pt x="7788" y="6006"/>
                    <a:pt x="8328" y="6049"/>
                    <a:pt x="8875" y="6049"/>
                  </a:cubicBezTo>
                  <a:cubicBezTo>
                    <a:pt x="9203" y="6049"/>
                    <a:pt x="9534" y="6034"/>
                    <a:pt x="9868" y="6002"/>
                  </a:cubicBezTo>
                  <a:cubicBezTo>
                    <a:pt x="11011" y="5919"/>
                    <a:pt x="11959" y="5389"/>
                    <a:pt x="12405" y="4246"/>
                  </a:cubicBezTo>
                  <a:cubicBezTo>
                    <a:pt x="12554" y="3875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9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6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6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7"/>
                  </a:cubicBezTo>
                  <a:cubicBezTo>
                    <a:pt x="12823" y="1793"/>
                    <a:pt x="12461" y="1486"/>
                    <a:pt x="12266" y="762"/>
                  </a:cubicBezTo>
                  <a:cubicBezTo>
                    <a:pt x="12130" y="220"/>
                    <a:pt x="11995" y="1"/>
                    <a:pt x="116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-349716" y="4932539"/>
              <a:ext cx="639184" cy="232466"/>
            </a:xfrm>
            <a:custGeom>
              <a:rect b="b" l="l" r="r" t="t"/>
              <a:pathLst>
                <a:path extrusionOk="0" h="4804" w="13209">
                  <a:moveTo>
                    <a:pt x="8759" y="0"/>
                  </a:moveTo>
                  <a:cubicBezTo>
                    <a:pt x="8709" y="0"/>
                    <a:pt x="8651" y="13"/>
                    <a:pt x="8586" y="39"/>
                  </a:cubicBezTo>
                  <a:cubicBezTo>
                    <a:pt x="7958" y="262"/>
                    <a:pt x="7317" y="366"/>
                    <a:pt x="6673" y="366"/>
                  </a:cubicBezTo>
                  <a:cubicBezTo>
                    <a:pt x="6028" y="366"/>
                    <a:pt x="5380" y="262"/>
                    <a:pt x="4739" y="67"/>
                  </a:cubicBezTo>
                  <a:cubicBezTo>
                    <a:pt x="4625" y="26"/>
                    <a:pt x="4538" y="4"/>
                    <a:pt x="4468" y="4"/>
                  </a:cubicBezTo>
                  <a:cubicBezTo>
                    <a:pt x="4298" y="4"/>
                    <a:pt x="4233" y="133"/>
                    <a:pt x="4153" y="429"/>
                  </a:cubicBezTo>
                  <a:cubicBezTo>
                    <a:pt x="3986" y="1014"/>
                    <a:pt x="3707" y="1516"/>
                    <a:pt x="3011" y="1516"/>
                  </a:cubicBezTo>
                  <a:cubicBezTo>
                    <a:pt x="2258" y="1544"/>
                    <a:pt x="1561" y="1600"/>
                    <a:pt x="836" y="1655"/>
                  </a:cubicBezTo>
                  <a:cubicBezTo>
                    <a:pt x="836" y="1572"/>
                    <a:pt x="808" y="1544"/>
                    <a:pt x="781" y="1460"/>
                  </a:cubicBezTo>
                  <a:cubicBezTo>
                    <a:pt x="558" y="1600"/>
                    <a:pt x="307" y="1711"/>
                    <a:pt x="223" y="1878"/>
                  </a:cubicBezTo>
                  <a:cubicBezTo>
                    <a:pt x="0" y="2213"/>
                    <a:pt x="0" y="2575"/>
                    <a:pt x="279" y="2826"/>
                  </a:cubicBezTo>
                  <a:cubicBezTo>
                    <a:pt x="446" y="2993"/>
                    <a:pt x="725" y="3077"/>
                    <a:pt x="948" y="3077"/>
                  </a:cubicBezTo>
                  <a:cubicBezTo>
                    <a:pt x="1673" y="3049"/>
                    <a:pt x="2369" y="2938"/>
                    <a:pt x="3094" y="2854"/>
                  </a:cubicBezTo>
                  <a:cubicBezTo>
                    <a:pt x="3119" y="2853"/>
                    <a:pt x="3144" y="2852"/>
                    <a:pt x="3168" y="2852"/>
                  </a:cubicBezTo>
                  <a:cubicBezTo>
                    <a:pt x="3624" y="2852"/>
                    <a:pt x="3883" y="3100"/>
                    <a:pt x="4042" y="3523"/>
                  </a:cubicBezTo>
                  <a:cubicBezTo>
                    <a:pt x="4265" y="3997"/>
                    <a:pt x="4572" y="4359"/>
                    <a:pt x="5073" y="4527"/>
                  </a:cubicBezTo>
                  <a:cubicBezTo>
                    <a:pt x="5569" y="4717"/>
                    <a:pt x="6077" y="4803"/>
                    <a:pt x="6598" y="4803"/>
                  </a:cubicBezTo>
                  <a:cubicBezTo>
                    <a:pt x="6840" y="4803"/>
                    <a:pt x="7084" y="4785"/>
                    <a:pt x="7331" y="4750"/>
                  </a:cubicBezTo>
                  <a:cubicBezTo>
                    <a:pt x="8223" y="4638"/>
                    <a:pt x="8892" y="4248"/>
                    <a:pt x="9255" y="3356"/>
                  </a:cubicBezTo>
                  <a:cubicBezTo>
                    <a:pt x="9384" y="3019"/>
                    <a:pt x="9586" y="2851"/>
                    <a:pt x="9904" y="2851"/>
                  </a:cubicBezTo>
                  <a:cubicBezTo>
                    <a:pt x="9928" y="2851"/>
                    <a:pt x="9954" y="2852"/>
                    <a:pt x="9979" y="2854"/>
                  </a:cubicBezTo>
                  <a:cubicBezTo>
                    <a:pt x="10732" y="2938"/>
                    <a:pt x="11513" y="3049"/>
                    <a:pt x="12265" y="3105"/>
                  </a:cubicBezTo>
                  <a:cubicBezTo>
                    <a:pt x="12280" y="3106"/>
                    <a:pt x="12295" y="3106"/>
                    <a:pt x="12310" y="3106"/>
                  </a:cubicBezTo>
                  <a:cubicBezTo>
                    <a:pt x="12793" y="3106"/>
                    <a:pt x="13209" y="2670"/>
                    <a:pt x="13074" y="2129"/>
                  </a:cubicBezTo>
                  <a:cubicBezTo>
                    <a:pt x="12934" y="1683"/>
                    <a:pt x="12655" y="1572"/>
                    <a:pt x="12182" y="1572"/>
                  </a:cubicBezTo>
                  <a:cubicBezTo>
                    <a:pt x="11429" y="1572"/>
                    <a:pt x="10676" y="1572"/>
                    <a:pt x="9952" y="1460"/>
                  </a:cubicBezTo>
                  <a:cubicBezTo>
                    <a:pt x="9366" y="1405"/>
                    <a:pt x="9171" y="875"/>
                    <a:pt x="9060" y="345"/>
                  </a:cubicBezTo>
                  <a:cubicBezTo>
                    <a:pt x="9017" y="132"/>
                    <a:pt x="8925" y="0"/>
                    <a:pt x="8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6909561" y="4314506"/>
            <a:ext cx="1341803" cy="289320"/>
            <a:chOff x="7774275" y="4478525"/>
            <a:chExt cx="581925" cy="125475"/>
          </a:xfrm>
        </p:grpSpPr>
        <p:sp>
          <p:nvSpPr>
            <p:cNvPr id="209" name="Google Shape;209;p20"/>
            <p:cNvSpPr/>
            <p:nvPr/>
          </p:nvSpPr>
          <p:spPr>
            <a:xfrm>
              <a:off x="7774275" y="4478525"/>
              <a:ext cx="36250" cy="36950"/>
            </a:xfrm>
            <a:custGeom>
              <a:rect b="b" l="l" r="r" t="t"/>
              <a:pathLst>
                <a:path extrusionOk="0" h="1478" w="1450">
                  <a:moveTo>
                    <a:pt x="725" y="1"/>
                  </a:moveTo>
                  <a:cubicBezTo>
                    <a:pt x="335" y="1"/>
                    <a:pt x="0" y="335"/>
                    <a:pt x="0" y="753"/>
                  </a:cubicBezTo>
                  <a:cubicBezTo>
                    <a:pt x="0" y="1143"/>
                    <a:pt x="335" y="1478"/>
                    <a:pt x="725" y="1478"/>
                  </a:cubicBezTo>
                  <a:cubicBezTo>
                    <a:pt x="1143" y="1478"/>
                    <a:pt x="1450" y="1143"/>
                    <a:pt x="1450" y="753"/>
                  </a:cubicBezTo>
                  <a:cubicBezTo>
                    <a:pt x="1450" y="335"/>
                    <a:pt x="1143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0"/>
            <p:cNvSpPr/>
            <p:nvPr/>
          </p:nvSpPr>
          <p:spPr>
            <a:xfrm>
              <a:off x="7879500" y="4478525"/>
              <a:ext cx="36975" cy="36950"/>
            </a:xfrm>
            <a:custGeom>
              <a:rect b="b" l="l" r="r" t="t"/>
              <a:pathLst>
                <a:path extrusionOk="0" h="1478" w="1479">
                  <a:moveTo>
                    <a:pt x="725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25" y="1478"/>
                  </a:cubicBezTo>
                  <a:cubicBezTo>
                    <a:pt x="1144" y="1478"/>
                    <a:pt x="1478" y="1143"/>
                    <a:pt x="1478" y="753"/>
                  </a:cubicBezTo>
                  <a:cubicBezTo>
                    <a:pt x="1478" y="335"/>
                    <a:pt x="1144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0"/>
            <p:cNvSpPr/>
            <p:nvPr/>
          </p:nvSpPr>
          <p:spPr>
            <a:xfrm>
              <a:off x="7985425" y="4478525"/>
              <a:ext cx="36275" cy="36950"/>
            </a:xfrm>
            <a:custGeom>
              <a:rect b="b" l="l" r="r" t="t"/>
              <a:pathLst>
                <a:path extrusionOk="0" h="1478" w="1451">
                  <a:moveTo>
                    <a:pt x="725" y="1"/>
                  </a:moveTo>
                  <a:cubicBezTo>
                    <a:pt x="307" y="1"/>
                    <a:pt x="1" y="335"/>
                    <a:pt x="1" y="753"/>
                  </a:cubicBezTo>
                  <a:cubicBezTo>
                    <a:pt x="1" y="1143"/>
                    <a:pt x="307" y="1478"/>
                    <a:pt x="725" y="1478"/>
                  </a:cubicBezTo>
                  <a:cubicBezTo>
                    <a:pt x="1116" y="1478"/>
                    <a:pt x="1450" y="1143"/>
                    <a:pt x="1450" y="753"/>
                  </a:cubicBezTo>
                  <a:cubicBezTo>
                    <a:pt x="1450" y="335"/>
                    <a:pt x="1116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8090650" y="4478525"/>
              <a:ext cx="36275" cy="36950"/>
            </a:xfrm>
            <a:custGeom>
              <a:rect b="b" l="l" r="r" t="t"/>
              <a:pathLst>
                <a:path extrusionOk="0" h="1478" w="1451">
                  <a:moveTo>
                    <a:pt x="726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26" y="1478"/>
                  </a:cubicBezTo>
                  <a:cubicBezTo>
                    <a:pt x="1116" y="1478"/>
                    <a:pt x="1450" y="1143"/>
                    <a:pt x="1450" y="753"/>
                  </a:cubicBezTo>
                  <a:cubicBezTo>
                    <a:pt x="1450" y="335"/>
                    <a:pt x="1116" y="1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0"/>
            <p:cNvSpPr/>
            <p:nvPr/>
          </p:nvSpPr>
          <p:spPr>
            <a:xfrm>
              <a:off x="8196575" y="4478525"/>
              <a:ext cx="36975" cy="36950"/>
            </a:xfrm>
            <a:custGeom>
              <a:rect b="b" l="l" r="r" t="t"/>
              <a:pathLst>
                <a:path extrusionOk="0" h="1478" w="1479">
                  <a:moveTo>
                    <a:pt x="754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54" y="1478"/>
                  </a:cubicBezTo>
                  <a:cubicBezTo>
                    <a:pt x="1144" y="1478"/>
                    <a:pt x="1478" y="1143"/>
                    <a:pt x="1478" y="753"/>
                  </a:cubicBezTo>
                  <a:cubicBezTo>
                    <a:pt x="1478" y="335"/>
                    <a:pt x="1144" y="1"/>
                    <a:pt x="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7898325" y="4567725"/>
              <a:ext cx="36250" cy="36275"/>
            </a:xfrm>
            <a:custGeom>
              <a:rect b="b" l="l" r="r" t="t"/>
              <a:pathLst>
                <a:path extrusionOk="0" h="1451" w="1450">
                  <a:moveTo>
                    <a:pt x="725" y="1"/>
                  </a:moveTo>
                  <a:cubicBezTo>
                    <a:pt x="307" y="1"/>
                    <a:pt x="0" y="335"/>
                    <a:pt x="0" y="725"/>
                  </a:cubicBezTo>
                  <a:cubicBezTo>
                    <a:pt x="0" y="1116"/>
                    <a:pt x="307" y="1450"/>
                    <a:pt x="725" y="1450"/>
                  </a:cubicBezTo>
                  <a:cubicBezTo>
                    <a:pt x="1115" y="1450"/>
                    <a:pt x="1450" y="1116"/>
                    <a:pt x="1450" y="725"/>
                  </a:cubicBezTo>
                  <a:cubicBezTo>
                    <a:pt x="1450" y="335"/>
                    <a:pt x="1115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0"/>
            <p:cNvSpPr/>
            <p:nvPr/>
          </p:nvSpPr>
          <p:spPr>
            <a:xfrm>
              <a:off x="8003550" y="4567725"/>
              <a:ext cx="36250" cy="36275"/>
            </a:xfrm>
            <a:custGeom>
              <a:rect b="b" l="l" r="r" t="t"/>
              <a:pathLst>
                <a:path extrusionOk="0" h="1451" w="1450">
                  <a:moveTo>
                    <a:pt x="725" y="1"/>
                  </a:moveTo>
                  <a:cubicBezTo>
                    <a:pt x="335" y="1"/>
                    <a:pt x="0" y="335"/>
                    <a:pt x="0" y="725"/>
                  </a:cubicBezTo>
                  <a:cubicBezTo>
                    <a:pt x="0" y="1116"/>
                    <a:pt x="335" y="1450"/>
                    <a:pt x="725" y="1450"/>
                  </a:cubicBezTo>
                  <a:cubicBezTo>
                    <a:pt x="1115" y="1450"/>
                    <a:pt x="1450" y="1116"/>
                    <a:pt x="1450" y="725"/>
                  </a:cubicBezTo>
                  <a:cubicBezTo>
                    <a:pt x="1450" y="335"/>
                    <a:pt x="1115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0"/>
            <p:cNvSpPr/>
            <p:nvPr/>
          </p:nvSpPr>
          <p:spPr>
            <a:xfrm>
              <a:off x="8108775" y="4567725"/>
              <a:ext cx="36950" cy="36275"/>
            </a:xfrm>
            <a:custGeom>
              <a:rect b="b" l="l" r="r" t="t"/>
              <a:pathLst>
                <a:path extrusionOk="0" h="1451" w="1478">
                  <a:moveTo>
                    <a:pt x="725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25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8214000" y="4567725"/>
              <a:ext cx="36975" cy="36275"/>
            </a:xfrm>
            <a:custGeom>
              <a:rect b="b" l="l" r="r" t="t"/>
              <a:pathLst>
                <a:path extrusionOk="0" h="1451" w="1479">
                  <a:moveTo>
                    <a:pt x="753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53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0"/>
            <p:cNvSpPr/>
            <p:nvPr/>
          </p:nvSpPr>
          <p:spPr>
            <a:xfrm>
              <a:off x="8319225" y="4567725"/>
              <a:ext cx="36975" cy="36275"/>
            </a:xfrm>
            <a:custGeom>
              <a:rect b="b" l="l" r="r" t="t"/>
              <a:pathLst>
                <a:path extrusionOk="0" h="1451" w="1479">
                  <a:moveTo>
                    <a:pt x="754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54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" name="Google Shape;219;p20"/>
          <p:cNvGrpSpPr/>
          <p:nvPr/>
        </p:nvGrpSpPr>
        <p:grpSpPr>
          <a:xfrm>
            <a:off x="892636" y="539506"/>
            <a:ext cx="1341803" cy="289320"/>
            <a:chOff x="7774275" y="4478525"/>
            <a:chExt cx="581925" cy="125475"/>
          </a:xfrm>
        </p:grpSpPr>
        <p:sp>
          <p:nvSpPr>
            <p:cNvPr id="220" name="Google Shape;220;p20"/>
            <p:cNvSpPr/>
            <p:nvPr/>
          </p:nvSpPr>
          <p:spPr>
            <a:xfrm>
              <a:off x="7774275" y="4478525"/>
              <a:ext cx="36250" cy="36950"/>
            </a:xfrm>
            <a:custGeom>
              <a:rect b="b" l="l" r="r" t="t"/>
              <a:pathLst>
                <a:path extrusionOk="0" h="1478" w="1450">
                  <a:moveTo>
                    <a:pt x="725" y="1"/>
                  </a:moveTo>
                  <a:cubicBezTo>
                    <a:pt x="335" y="1"/>
                    <a:pt x="0" y="335"/>
                    <a:pt x="0" y="753"/>
                  </a:cubicBezTo>
                  <a:cubicBezTo>
                    <a:pt x="0" y="1143"/>
                    <a:pt x="335" y="1478"/>
                    <a:pt x="725" y="1478"/>
                  </a:cubicBezTo>
                  <a:cubicBezTo>
                    <a:pt x="1143" y="1478"/>
                    <a:pt x="1450" y="1143"/>
                    <a:pt x="1450" y="753"/>
                  </a:cubicBezTo>
                  <a:cubicBezTo>
                    <a:pt x="1450" y="335"/>
                    <a:pt x="1143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0"/>
            <p:cNvSpPr/>
            <p:nvPr/>
          </p:nvSpPr>
          <p:spPr>
            <a:xfrm>
              <a:off x="7879500" y="4478525"/>
              <a:ext cx="36975" cy="36950"/>
            </a:xfrm>
            <a:custGeom>
              <a:rect b="b" l="l" r="r" t="t"/>
              <a:pathLst>
                <a:path extrusionOk="0" h="1478" w="1479">
                  <a:moveTo>
                    <a:pt x="725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25" y="1478"/>
                  </a:cubicBezTo>
                  <a:cubicBezTo>
                    <a:pt x="1144" y="1478"/>
                    <a:pt x="1478" y="1143"/>
                    <a:pt x="1478" y="753"/>
                  </a:cubicBezTo>
                  <a:cubicBezTo>
                    <a:pt x="1478" y="335"/>
                    <a:pt x="1144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0"/>
            <p:cNvSpPr/>
            <p:nvPr/>
          </p:nvSpPr>
          <p:spPr>
            <a:xfrm>
              <a:off x="7985425" y="4478525"/>
              <a:ext cx="36275" cy="36950"/>
            </a:xfrm>
            <a:custGeom>
              <a:rect b="b" l="l" r="r" t="t"/>
              <a:pathLst>
                <a:path extrusionOk="0" h="1478" w="1451">
                  <a:moveTo>
                    <a:pt x="725" y="1"/>
                  </a:moveTo>
                  <a:cubicBezTo>
                    <a:pt x="307" y="1"/>
                    <a:pt x="1" y="335"/>
                    <a:pt x="1" y="753"/>
                  </a:cubicBezTo>
                  <a:cubicBezTo>
                    <a:pt x="1" y="1143"/>
                    <a:pt x="307" y="1478"/>
                    <a:pt x="725" y="1478"/>
                  </a:cubicBezTo>
                  <a:cubicBezTo>
                    <a:pt x="1116" y="1478"/>
                    <a:pt x="1450" y="1143"/>
                    <a:pt x="1450" y="753"/>
                  </a:cubicBezTo>
                  <a:cubicBezTo>
                    <a:pt x="1450" y="335"/>
                    <a:pt x="1116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0"/>
            <p:cNvSpPr/>
            <p:nvPr/>
          </p:nvSpPr>
          <p:spPr>
            <a:xfrm>
              <a:off x="8090650" y="4478525"/>
              <a:ext cx="36275" cy="36950"/>
            </a:xfrm>
            <a:custGeom>
              <a:rect b="b" l="l" r="r" t="t"/>
              <a:pathLst>
                <a:path extrusionOk="0" h="1478" w="1451">
                  <a:moveTo>
                    <a:pt x="726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26" y="1478"/>
                  </a:cubicBezTo>
                  <a:cubicBezTo>
                    <a:pt x="1116" y="1478"/>
                    <a:pt x="1450" y="1143"/>
                    <a:pt x="1450" y="753"/>
                  </a:cubicBezTo>
                  <a:cubicBezTo>
                    <a:pt x="1450" y="335"/>
                    <a:pt x="1116" y="1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0"/>
            <p:cNvSpPr/>
            <p:nvPr/>
          </p:nvSpPr>
          <p:spPr>
            <a:xfrm>
              <a:off x="8196575" y="4478525"/>
              <a:ext cx="36975" cy="36950"/>
            </a:xfrm>
            <a:custGeom>
              <a:rect b="b" l="l" r="r" t="t"/>
              <a:pathLst>
                <a:path extrusionOk="0" h="1478" w="1479">
                  <a:moveTo>
                    <a:pt x="754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54" y="1478"/>
                  </a:cubicBezTo>
                  <a:cubicBezTo>
                    <a:pt x="1144" y="1478"/>
                    <a:pt x="1478" y="1143"/>
                    <a:pt x="1478" y="753"/>
                  </a:cubicBezTo>
                  <a:cubicBezTo>
                    <a:pt x="1478" y="335"/>
                    <a:pt x="1144" y="1"/>
                    <a:pt x="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7898325" y="4567725"/>
              <a:ext cx="36250" cy="36275"/>
            </a:xfrm>
            <a:custGeom>
              <a:rect b="b" l="l" r="r" t="t"/>
              <a:pathLst>
                <a:path extrusionOk="0" h="1451" w="1450">
                  <a:moveTo>
                    <a:pt x="725" y="1"/>
                  </a:moveTo>
                  <a:cubicBezTo>
                    <a:pt x="307" y="1"/>
                    <a:pt x="0" y="335"/>
                    <a:pt x="0" y="725"/>
                  </a:cubicBezTo>
                  <a:cubicBezTo>
                    <a:pt x="0" y="1116"/>
                    <a:pt x="307" y="1450"/>
                    <a:pt x="725" y="1450"/>
                  </a:cubicBezTo>
                  <a:cubicBezTo>
                    <a:pt x="1115" y="1450"/>
                    <a:pt x="1450" y="1116"/>
                    <a:pt x="1450" y="725"/>
                  </a:cubicBezTo>
                  <a:cubicBezTo>
                    <a:pt x="1450" y="335"/>
                    <a:pt x="1115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0"/>
            <p:cNvSpPr/>
            <p:nvPr/>
          </p:nvSpPr>
          <p:spPr>
            <a:xfrm>
              <a:off x="8003550" y="4567725"/>
              <a:ext cx="36250" cy="36275"/>
            </a:xfrm>
            <a:custGeom>
              <a:rect b="b" l="l" r="r" t="t"/>
              <a:pathLst>
                <a:path extrusionOk="0" h="1451" w="1450">
                  <a:moveTo>
                    <a:pt x="725" y="1"/>
                  </a:moveTo>
                  <a:cubicBezTo>
                    <a:pt x="335" y="1"/>
                    <a:pt x="0" y="335"/>
                    <a:pt x="0" y="725"/>
                  </a:cubicBezTo>
                  <a:cubicBezTo>
                    <a:pt x="0" y="1116"/>
                    <a:pt x="335" y="1450"/>
                    <a:pt x="725" y="1450"/>
                  </a:cubicBezTo>
                  <a:cubicBezTo>
                    <a:pt x="1115" y="1450"/>
                    <a:pt x="1450" y="1116"/>
                    <a:pt x="1450" y="725"/>
                  </a:cubicBezTo>
                  <a:cubicBezTo>
                    <a:pt x="1450" y="335"/>
                    <a:pt x="1115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0"/>
            <p:cNvSpPr/>
            <p:nvPr/>
          </p:nvSpPr>
          <p:spPr>
            <a:xfrm>
              <a:off x="8108775" y="4567725"/>
              <a:ext cx="36950" cy="36275"/>
            </a:xfrm>
            <a:custGeom>
              <a:rect b="b" l="l" r="r" t="t"/>
              <a:pathLst>
                <a:path extrusionOk="0" h="1451" w="1478">
                  <a:moveTo>
                    <a:pt x="725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25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0"/>
            <p:cNvSpPr/>
            <p:nvPr/>
          </p:nvSpPr>
          <p:spPr>
            <a:xfrm>
              <a:off x="8214000" y="4567725"/>
              <a:ext cx="36975" cy="36275"/>
            </a:xfrm>
            <a:custGeom>
              <a:rect b="b" l="l" r="r" t="t"/>
              <a:pathLst>
                <a:path extrusionOk="0" h="1451" w="1479">
                  <a:moveTo>
                    <a:pt x="753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53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8319225" y="4567725"/>
              <a:ext cx="36975" cy="36275"/>
            </a:xfrm>
            <a:custGeom>
              <a:rect b="b" l="l" r="r" t="t"/>
              <a:pathLst>
                <a:path extrusionOk="0" h="1451" w="1479">
                  <a:moveTo>
                    <a:pt x="754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54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1"/>
          <p:cNvGrpSpPr/>
          <p:nvPr/>
        </p:nvGrpSpPr>
        <p:grpSpPr>
          <a:xfrm>
            <a:off x="8732642" y="-10753"/>
            <a:ext cx="865842" cy="5165006"/>
            <a:chOff x="-458975" y="-1"/>
            <a:chExt cx="865842" cy="5165006"/>
          </a:xfrm>
        </p:grpSpPr>
        <p:sp>
          <p:nvSpPr>
            <p:cNvPr id="232" name="Google Shape;232;p21"/>
            <p:cNvSpPr/>
            <p:nvPr/>
          </p:nvSpPr>
          <p:spPr>
            <a:xfrm>
              <a:off x="-458975" y="3326988"/>
              <a:ext cx="855245" cy="295131"/>
            </a:xfrm>
            <a:custGeom>
              <a:rect b="b" l="l" r="r" t="t"/>
              <a:pathLst>
                <a:path extrusionOk="0" h="6099" w="17674">
                  <a:moveTo>
                    <a:pt x="11736" y="1"/>
                  </a:moveTo>
                  <a:cubicBezTo>
                    <a:pt x="11619" y="1"/>
                    <a:pt x="11474" y="28"/>
                    <a:pt x="11290" y="76"/>
                  </a:cubicBezTo>
                  <a:cubicBezTo>
                    <a:pt x="10457" y="334"/>
                    <a:pt x="9633" y="460"/>
                    <a:pt x="8808" y="460"/>
                  </a:cubicBezTo>
                  <a:cubicBezTo>
                    <a:pt x="8030" y="460"/>
                    <a:pt x="7252" y="348"/>
                    <a:pt x="6467" y="132"/>
                  </a:cubicBezTo>
                  <a:cubicBezTo>
                    <a:pt x="6226" y="57"/>
                    <a:pt x="6052" y="11"/>
                    <a:pt x="5921" y="11"/>
                  </a:cubicBezTo>
                  <a:cubicBezTo>
                    <a:pt x="5659" y="11"/>
                    <a:pt x="5566" y="197"/>
                    <a:pt x="5436" y="717"/>
                  </a:cubicBezTo>
                  <a:cubicBezTo>
                    <a:pt x="5296" y="1275"/>
                    <a:pt x="5046" y="1749"/>
                    <a:pt x="4460" y="1832"/>
                  </a:cubicBezTo>
                  <a:cubicBezTo>
                    <a:pt x="3401" y="1944"/>
                    <a:pt x="2342" y="1972"/>
                    <a:pt x="1282" y="1972"/>
                  </a:cubicBezTo>
                  <a:cubicBezTo>
                    <a:pt x="864" y="1972"/>
                    <a:pt x="474" y="2027"/>
                    <a:pt x="251" y="2390"/>
                  </a:cubicBezTo>
                  <a:cubicBezTo>
                    <a:pt x="0" y="2724"/>
                    <a:pt x="0" y="3142"/>
                    <a:pt x="251" y="3505"/>
                  </a:cubicBezTo>
                  <a:cubicBezTo>
                    <a:pt x="452" y="3807"/>
                    <a:pt x="767" y="3927"/>
                    <a:pt x="1155" y="3927"/>
                  </a:cubicBezTo>
                  <a:cubicBezTo>
                    <a:pt x="1197" y="3927"/>
                    <a:pt x="1239" y="3926"/>
                    <a:pt x="1282" y="3923"/>
                  </a:cubicBezTo>
                  <a:cubicBezTo>
                    <a:pt x="2258" y="3811"/>
                    <a:pt x="3234" y="3728"/>
                    <a:pt x="4209" y="3672"/>
                  </a:cubicBezTo>
                  <a:cubicBezTo>
                    <a:pt x="4239" y="3671"/>
                    <a:pt x="4267" y="3670"/>
                    <a:pt x="4295" y="3670"/>
                  </a:cubicBezTo>
                  <a:cubicBezTo>
                    <a:pt x="4881" y="3670"/>
                    <a:pt x="5195" y="3946"/>
                    <a:pt x="5408" y="4425"/>
                  </a:cubicBezTo>
                  <a:cubicBezTo>
                    <a:pt x="5715" y="5094"/>
                    <a:pt x="6244" y="5567"/>
                    <a:pt x="6941" y="5790"/>
                  </a:cubicBezTo>
                  <a:cubicBezTo>
                    <a:pt x="7576" y="6002"/>
                    <a:pt x="8227" y="6099"/>
                    <a:pt x="8880" y="6099"/>
                  </a:cubicBezTo>
                  <a:cubicBezTo>
                    <a:pt x="9433" y="6099"/>
                    <a:pt x="9988" y="6030"/>
                    <a:pt x="10537" y="5902"/>
                  </a:cubicBezTo>
                  <a:cubicBezTo>
                    <a:pt x="11290" y="5735"/>
                    <a:pt x="11959" y="5317"/>
                    <a:pt x="12265" y="4536"/>
                  </a:cubicBezTo>
                  <a:cubicBezTo>
                    <a:pt x="12516" y="3960"/>
                    <a:pt x="12879" y="3631"/>
                    <a:pt x="13456" y="3631"/>
                  </a:cubicBezTo>
                  <a:cubicBezTo>
                    <a:pt x="13521" y="3631"/>
                    <a:pt x="13588" y="3636"/>
                    <a:pt x="13659" y="3644"/>
                  </a:cubicBezTo>
                  <a:cubicBezTo>
                    <a:pt x="14607" y="3700"/>
                    <a:pt x="15555" y="3811"/>
                    <a:pt x="16419" y="3895"/>
                  </a:cubicBezTo>
                  <a:cubicBezTo>
                    <a:pt x="16455" y="3897"/>
                    <a:pt x="16491" y="3898"/>
                    <a:pt x="16527" y="3898"/>
                  </a:cubicBezTo>
                  <a:cubicBezTo>
                    <a:pt x="16923" y="3898"/>
                    <a:pt x="17245" y="3754"/>
                    <a:pt x="17450" y="3421"/>
                  </a:cubicBezTo>
                  <a:cubicBezTo>
                    <a:pt x="17673" y="3087"/>
                    <a:pt x="17673" y="2696"/>
                    <a:pt x="17422" y="2362"/>
                  </a:cubicBezTo>
                  <a:cubicBezTo>
                    <a:pt x="17171" y="2027"/>
                    <a:pt x="16837" y="1944"/>
                    <a:pt x="16419" y="1944"/>
                  </a:cubicBezTo>
                  <a:cubicBezTo>
                    <a:pt x="15499" y="1944"/>
                    <a:pt x="14551" y="1888"/>
                    <a:pt x="13631" y="1860"/>
                  </a:cubicBezTo>
                  <a:cubicBezTo>
                    <a:pt x="12823" y="1832"/>
                    <a:pt x="12405" y="1386"/>
                    <a:pt x="12237" y="606"/>
                  </a:cubicBezTo>
                  <a:cubicBezTo>
                    <a:pt x="12138" y="169"/>
                    <a:pt x="12025" y="1"/>
                    <a:pt x="11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-458975" y="3731654"/>
              <a:ext cx="857906" cy="297308"/>
            </a:xfrm>
            <a:custGeom>
              <a:rect b="b" l="l" r="r" t="t"/>
              <a:pathLst>
                <a:path extrusionOk="0" h="6144" w="17729">
                  <a:moveTo>
                    <a:pt x="11714" y="1"/>
                  </a:moveTo>
                  <a:cubicBezTo>
                    <a:pt x="11637" y="1"/>
                    <a:pt x="11551" y="16"/>
                    <a:pt x="11457" y="48"/>
                  </a:cubicBezTo>
                  <a:cubicBezTo>
                    <a:pt x="10582" y="330"/>
                    <a:pt x="9700" y="476"/>
                    <a:pt x="8819" y="476"/>
                  </a:cubicBezTo>
                  <a:cubicBezTo>
                    <a:pt x="7958" y="476"/>
                    <a:pt x="7098" y="337"/>
                    <a:pt x="6244" y="48"/>
                  </a:cubicBezTo>
                  <a:cubicBezTo>
                    <a:pt x="6162" y="22"/>
                    <a:pt x="6088" y="10"/>
                    <a:pt x="6021" y="10"/>
                  </a:cubicBezTo>
                  <a:cubicBezTo>
                    <a:pt x="5796" y="10"/>
                    <a:pt x="5655" y="152"/>
                    <a:pt x="5547" y="410"/>
                  </a:cubicBezTo>
                  <a:cubicBezTo>
                    <a:pt x="5464" y="577"/>
                    <a:pt x="5436" y="772"/>
                    <a:pt x="5380" y="968"/>
                  </a:cubicBezTo>
                  <a:cubicBezTo>
                    <a:pt x="5185" y="1441"/>
                    <a:pt x="4878" y="1832"/>
                    <a:pt x="4349" y="1860"/>
                  </a:cubicBezTo>
                  <a:cubicBezTo>
                    <a:pt x="3345" y="1943"/>
                    <a:pt x="2314" y="1971"/>
                    <a:pt x="1255" y="1999"/>
                  </a:cubicBezTo>
                  <a:cubicBezTo>
                    <a:pt x="809" y="1999"/>
                    <a:pt x="446" y="2083"/>
                    <a:pt x="195" y="2445"/>
                  </a:cubicBezTo>
                  <a:cubicBezTo>
                    <a:pt x="0" y="2807"/>
                    <a:pt x="0" y="3198"/>
                    <a:pt x="251" y="3532"/>
                  </a:cubicBezTo>
                  <a:cubicBezTo>
                    <a:pt x="473" y="3842"/>
                    <a:pt x="747" y="3976"/>
                    <a:pt x="1088" y="3976"/>
                  </a:cubicBezTo>
                  <a:cubicBezTo>
                    <a:pt x="1176" y="3976"/>
                    <a:pt x="1269" y="3967"/>
                    <a:pt x="1366" y="3950"/>
                  </a:cubicBezTo>
                  <a:cubicBezTo>
                    <a:pt x="2230" y="3839"/>
                    <a:pt x="3122" y="3783"/>
                    <a:pt x="4014" y="3671"/>
                  </a:cubicBezTo>
                  <a:cubicBezTo>
                    <a:pt x="4101" y="3658"/>
                    <a:pt x="4184" y="3652"/>
                    <a:pt x="4263" y="3652"/>
                  </a:cubicBezTo>
                  <a:cubicBezTo>
                    <a:pt x="4843" y="3652"/>
                    <a:pt x="5218" y="4006"/>
                    <a:pt x="5464" y="4619"/>
                  </a:cubicBezTo>
                  <a:cubicBezTo>
                    <a:pt x="5742" y="5205"/>
                    <a:pt x="6244" y="5623"/>
                    <a:pt x="6857" y="5846"/>
                  </a:cubicBezTo>
                  <a:cubicBezTo>
                    <a:pt x="7485" y="6055"/>
                    <a:pt x="8121" y="6143"/>
                    <a:pt x="8766" y="6143"/>
                  </a:cubicBezTo>
                  <a:cubicBezTo>
                    <a:pt x="9240" y="6143"/>
                    <a:pt x="9719" y="6096"/>
                    <a:pt x="10203" y="6013"/>
                  </a:cubicBezTo>
                  <a:cubicBezTo>
                    <a:pt x="11262" y="5846"/>
                    <a:pt x="12014" y="5316"/>
                    <a:pt x="12433" y="4313"/>
                  </a:cubicBezTo>
                  <a:cubicBezTo>
                    <a:pt x="12564" y="3918"/>
                    <a:pt x="12894" y="3697"/>
                    <a:pt x="13306" y="3697"/>
                  </a:cubicBezTo>
                  <a:cubicBezTo>
                    <a:pt x="13331" y="3697"/>
                    <a:pt x="13355" y="3698"/>
                    <a:pt x="13380" y="3699"/>
                  </a:cubicBezTo>
                  <a:cubicBezTo>
                    <a:pt x="14384" y="3783"/>
                    <a:pt x="15415" y="3839"/>
                    <a:pt x="16419" y="3950"/>
                  </a:cubicBezTo>
                  <a:cubicBezTo>
                    <a:pt x="16510" y="3967"/>
                    <a:pt x="16599" y="3976"/>
                    <a:pt x="16686" y="3976"/>
                  </a:cubicBezTo>
                  <a:cubicBezTo>
                    <a:pt x="17019" y="3976"/>
                    <a:pt x="17306" y="3842"/>
                    <a:pt x="17506" y="3532"/>
                  </a:cubicBezTo>
                  <a:cubicBezTo>
                    <a:pt x="17729" y="3198"/>
                    <a:pt x="17729" y="2807"/>
                    <a:pt x="17506" y="2445"/>
                  </a:cubicBezTo>
                  <a:cubicBezTo>
                    <a:pt x="17227" y="2083"/>
                    <a:pt x="16865" y="1999"/>
                    <a:pt x="16419" y="1999"/>
                  </a:cubicBezTo>
                  <a:cubicBezTo>
                    <a:pt x="15332" y="1999"/>
                    <a:pt x="14300" y="1971"/>
                    <a:pt x="13241" y="1832"/>
                  </a:cubicBezTo>
                  <a:cubicBezTo>
                    <a:pt x="12572" y="1720"/>
                    <a:pt x="12377" y="1163"/>
                    <a:pt x="12237" y="577"/>
                  </a:cubicBezTo>
                  <a:cubicBezTo>
                    <a:pt x="12151" y="188"/>
                    <a:pt x="11981" y="1"/>
                    <a:pt x="117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-453604" y="4156740"/>
              <a:ext cx="852535" cy="293631"/>
            </a:xfrm>
            <a:custGeom>
              <a:rect b="b" l="l" r="r" t="t"/>
              <a:pathLst>
                <a:path extrusionOk="0" h="6068" w="17618">
                  <a:moveTo>
                    <a:pt x="11747" y="1"/>
                  </a:moveTo>
                  <a:cubicBezTo>
                    <a:pt x="11634" y="1"/>
                    <a:pt x="11494" y="26"/>
                    <a:pt x="11318" y="71"/>
                  </a:cubicBezTo>
                  <a:cubicBezTo>
                    <a:pt x="10500" y="330"/>
                    <a:pt x="9675" y="455"/>
                    <a:pt x="8850" y="455"/>
                  </a:cubicBezTo>
                  <a:cubicBezTo>
                    <a:pt x="8072" y="455"/>
                    <a:pt x="7295" y="343"/>
                    <a:pt x="6523" y="127"/>
                  </a:cubicBezTo>
                  <a:cubicBezTo>
                    <a:pt x="6273" y="53"/>
                    <a:pt x="6093" y="6"/>
                    <a:pt x="5958" y="6"/>
                  </a:cubicBezTo>
                  <a:cubicBezTo>
                    <a:pt x="5687" y="6"/>
                    <a:pt x="5594" y="192"/>
                    <a:pt x="5464" y="712"/>
                  </a:cubicBezTo>
                  <a:cubicBezTo>
                    <a:pt x="5325" y="1270"/>
                    <a:pt x="5018" y="1744"/>
                    <a:pt x="4377" y="1827"/>
                  </a:cubicBezTo>
                  <a:cubicBezTo>
                    <a:pt x="3513" y="1939"/>
                    <a:pt x="2677" y="1995"/>
                    <a:pt x="1813" y="2078"/>
                  </a:cubicBezTo>
                  <a:cubicBezTo>
                    <a:pt x="1813" y="2023"/>
                    <a:pt x="1813" y="2023"/>
                    <a:pt x="1757" y="1967"/>
                  </a:cubicBezTo>
                  <a:cubicBezTo>
                    <a:pt x="1534" y="1967"/>
                    <a:pt x="1283" y="1939"/>
                    <a:pt x="1032" y="1939"/>
                  </a:cubicBezTo>
                  <a:cubicBezTo>
                    <a:pt x="475" y="1939"/>
                    <a:pt x="1" y="2413"/>
                    <a:pt x="29" y="2942"/>
                  </a:cubicBezTo>
                  <a:cubicBezTo>
                    <a:pt x="81" y="3493"/>
                    <a:pt x="577" y="3895"/>
                    <a:pt x="1145" y="3895"/>
                  </a:cubicBezTo>
                  <a:cubicBezTo>
                    <a:pt x="1182" y="3895"/>
                    <a:pt x="1218" y="3894"/>
                    <a:pt x="1255" y="3890"/>
                  </a:cubicBezTo>
                  <a:cubicBezTo>
                    <a:pt x="2286" y="3779"/>
                    <a:pt x="3346" y="3695"/>
                    <a:pt x="4377" y="3639"/>
                  </a:cubicBezTo>
                  <a:cubicBezTo>
                    <a:pt x="4405" y="3638"/>
                    <a:pt x="4432" y="3637"/>
                    <a:pt x="4459" y="3637"/>
                  </a:cubicBezTo>
                  <a:cubicBezTo>
                    <a:pt x="4912" y="3637"/>
                    <a:pt x="5195" y="3861"/>
                    <a:pt x="5353" y="4308"/>
                  </a:cubicBezTo>
                  <a:cubicBezTo>
                    <a:pt x="5631" y="5061"/>
                    <a:pt x="6189" y="5507"/>
                    <a:pt x="6969" y="5758"/>
                  </a:cubicBezTo>
                  <a:cubicBezTo>
                    <a:pt x="7572" y="5982"/>
                    <a:pt x="8184" y="6067"/>
                    <a:pt x="8801" y="6067"/>
                  </a:cubicBezTo>
                  <a:cubicBezTo>
                    <a:pt x="9184" y="6067"/>
                    <a:pt x="9568" y="6034"/>
                    <a:pt x="9952" y="5981"/>
                  </a:cubicBezTo>
                  <a:cubicBezTo>
                    <a:pt x="11039" y="5786"/>
                    <a:pt x="11931" y="5312"/>
                    <a:pt x="12405" y="4197"/>
                  </a:cubicBezTo>
                  <a:cubicBezTo>
                    <a:pt x="12561" y="3808"/>
                    <a:pt x="12885" y="3636"/>
                    <a:pt x="13287" y="3636"/>
                  </a:cubicBezTo>
                  <a:cubicBezTo>
                    <a:pt x="13318" y="3636"/>
                    <a:pt x="13349" y="3637"/>
                    <a:pt x="13381" y="3639"/>
                  </a:cubicBezTo>
                  <a:cubicBezTo>
                    <a:pt x="14384" y="3695"/>
                    <a:pt x="15388" y="3779"/>
                    <a:pt x="16419" y="3890"/>
                  </a:cubicBezTo>
                  <a:cubicBezTo>
                    <a:pt x="16512" y="3902"/>
                    <a:pt x="16603" y="3909"/>
                    <a:pt x="16691" y="3909"/>
                  </a:cubicBezTo>
                  <a:cubicBezTo>
                    <a:pt x="17028" y="3909"/>
                    <a:pt x="17318" y="3809"/>
                    <a:pt x="17451" y="3500"/>
                  </a:cubicBezTo>
                  <a:cubicBezTo>
                    <a:pt x="17590" y="3193"/>
                    <a:pt x="17618" y="2775"/>
                    <a:pt x="17534" y="2441"/>
                  </a:cubicBezTo>
                  <a:cubicBezTo>
                    <a:pt x="17339" y="2023"/>
                    <a:pt x="16921" y="1939"/>
                    <a:pt x="16475" y="1939"/>
                  </a:cubicBezTo>
                  <a:cubicBezTo>
                    <a:pt x="16099" y="1953"/>
                    <a:pt x="15722" y="1960"/>
                    <a:pt x="15346" y="1960"/>
                  </a:cubicBezTo>
                  <a:cubicBezTo>
                    <a:pt x="14970" y="1960"/>
                    <a:pt x="14593" y="1953"/>
                    <a:pt x="14217" y="1939"/>
                  </a:cubicBezTo>
                  <a:cubicBezTo>
                    <a:pt x="12879" y="1855"/>
                    <a:pt x="12517" y="1577"/>
                    <a:pt x="12266" y="601"/>
                  </a:cubicBezTo>
                  <a:cubicBezTo>
                    <a:pt x="12165" y="176"/>
                    <a:pt x="12049" y="1"/>
                    <a:pt x="11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1"/>
            <p:cNvSpPr/>
            <p:nvPr/>
          </p:nvSpPr>
          <p:spPr>
            <a:xfrm>
              <a:off x="-453604" y="4573599"/>
              <a:ext cx="852535" cy="292760"/>
            </a:xfrm>
            <a:custGeom>
              <a:rect b="b" l="l" r="r" t="t"/>
              <a:pathLst>
                <a:path extrusionOk="0" h="6050" w="17618">
                  <a:moveTo>
                    <a:pt x="11656" y="0"/>
                  </a:moveTo>
                  <a:cubicBezTo>
                    <a:pt x="11578" y="0"/>
                    <a:pt x="11492" y="14"/>
                    <a:pt x="11402" y="42"/>
                  </a:cubicBezTo>
                  <a:cubicBezTo>
                    <a:pt x="10510" y="321"/>
                    <a:pt x="9625" y="460"/>
                    <a:pt x="8747" y="460"/>
                  </a:cubicBezTo>
                  <a:cubicBezTo>
                    <a:pt x="7868" y="460"/>
                    <a:pt x="6997" y="321"/>
                    <a:pt x="6133" y="42"/>
                  </a:cubicBezTo>
                  <a:cubicBezTo>
                    <a:pt x="6052" y="15"/>
                    <a:pt x="5980" y="2"/>
                    <a:pt x="5916" y="2"/>
                  </a:cubicBezTo>
                  <a:cubicBezTo>
                    <a:pt x="5651" y="2"/>
                    <a:pt x="5521" y="213"/>
                    <a:pt x="5408" y="460"/>
                  </a:cubicBezTo>
                  <a:cubicBezTo>
                    <a:pt x="5297" y="739"/>
                    <a:pt x="5269" y="1045"/>
                    <a:pt x="5074" y="1268"/>
                  </a:cubicBezTo>
                  <a:cubicBezTo>
                    <a:pt x="4879" y="1491"/>
                    <a:pt x="4572" y="1770"/>
                    <a:pt x="4238" y="1826"/>
                  </a:cubicBezTo>
                  <a:cubicBezTo>
                    <a:pt x="3206" y="1910"/>
                    <a:pt x="2119" y="1965"/>
                    <a:pt x="1032" y="1965"/>
                  </a:cubicBezTo>
                  <a:cubicBezTo>
                    <a:pt x="447" y="1965"/>
                    <a:pt x="1" y="2300"/>
                    <a:pt x="1" y="2885"/>
                  </a:cubicBezTo>
                  <a:cubicBezTo>
                    <a:pt x="1" y="3490"/>
                    <a:pt x="422" y="3921"/>
                    <a:pt x="962" y="3921"/>
                  </a:cubicBezTo>
                  <a:cubicBezTo>
                    <a:pt x="994" y="3921"/>
                    <a:pt x="1027" y="3920"/>
                    <a:pt x="1060" y="3917"/>
                  </a:cubicBezTo>
                  <a:cubicBezTo>
                    <a:pt x="1924" y="3805"/>
                    <a:pt x="2732" y="3666"/>
                    <a:pt x="3624" y="3638"/>
                  </a:cubicBezTo>
                  <a:cubicBezTo>
                    <a:pt x="3767" y="3629"/>
                    <a:pt x="3899" y="3622"/>
                    <a:pt x="4022" y="3622"/>
                  </a:cubicBezTo>
                  <a:cubicBezTo>
                    <a:pt x="4643" y="3622"/>
                    <a:pt x="5027" y="3780"/>
                    <a:pt x="5353" y="4502"/>
                  </a:cubicBezTo>
                  <a:cubicBezTo>
                    <a:pt x="5631" y="5171"/>
                    <a:pt x="6189" y="5645"/>
                    <a:pt x="6914" y="5812"/>
                  </a:cubicBezTo>
                  <a:cubicBezTo>
                    <a:pt x="7555" y="5982"/>
                    <a:pt x="8184" y="6050"/>
                    <a:pt x="8827" y="6050"/>
                  </a:cubicBezTo>
                  <a:cubicBezTo>
                    <a:pt x="9133" y="6050"/>
                    <a:pt x="9442" y="6034"/>
                    <a:pt x="9757" y="6007"/>
                  </a:cubicBezTo>
                  <a:cubicBezTo>
                    <a:pt x="10928" y="5896"/>
                    <a:pt x="11820" y="5394"/>
                    <a:pt x="12322" y="4279"/>
                  </a:cubicBezTo>
                  <a:cubicBezTo>
                    <a:pt x="12461" y="4000"/>
                    <a:pt x="12851" y="3666"/>
                    <a:pt x="13102" y="3666"/>
                  </a:cubicBezTo>
                  <a:cubicBezTo>
                    <a:pt x="14189" y="3666"/>
                    <a:pt x="15248" y="3777"/>
                    <a:pt x="16336" y="3917"/>
                  </a:cubicBezTo>
                  <a:cubicBezTo>
                    <a:pt x="16420" y="3929"/>
                    <a:pt x="16501" y="3935"/>
                    <a:pt x="16580" y="3935"/>
                  </a:cubicBezTo>
                  <a:cubicBezTo>
                    <a:pt x="16866" y="3935"/>
                    <a:pt x="17114" y="3845"/>
                    <a:pt x="17311" y="3582"/>
                  </a:cubicBezTo>
                  <a:cubicBezTo>
                    <a:pt x="17590" y="3248"/>
                    <a:pt x="17618" y="2829"/>
                    <a:pt x="17395" y="2439"/>
                  </a:cubicBezTo>
                  <a:cubicBezTo>
                    <a:pt x="17172" y="2133"/>
                    <a:pt x="16865" y="1993"/>
                    <a:pt x="16447" y="1993"/>
                  </a:cubicBezTo>
                  <a:cubicBezTo>
                    <a:pt x="15667" y="1993"/>
                    <a:pt x="14942" y="1965"/>
                    <a:pt x="14189" y="1965"/>
                  </a:cubicBezTo>
                  <a:cubicBezTo>
                    <a:pt x="13102" y="1965"/>
                    <a:pt x="12294" y="1603"/>
                    <a:pt x="12099" y="376"/>
                  </a:cubicBezTo>
                  <a:cubicBezTo>
                    <a:pt x="12057" y="125"/>
                    <a:pt x="11889" y="0"/>
                    <a:pt x="116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1"/>
            <p:cNvSpPr/>
            <p:nvPr/>
          </p:nvSpPr>
          <p:spPr>
            <a:xfrm>
              <a:off x="-452249" y="2910710"/>
              <a:ext cx="859116" cy="292421"/>
            </a:xfrm>
            <a:custGeom>
              <a:rect b="b" l="l" r="r" t="t"/>
              <a:pathLst>
                <a:path extrusionOk="0" h="6043" w="17754">
                  <a:moveTo>
                    <a:pt x="11678" y="1"/>
                  </a:moveTo>
                  <a:cubicBezTo>
                    <a:pt x="11535" y="1"/>
                    <a:pt x="11356" y="44"/>
                    <a:pt x="11123" y="121"/>
                  </a:cubicBezTo>
                  <a:cubicBezTo>
                    <a:pt x="10340" y="355"/>
                    <a:pt x="9565" y="466"/>
                    <a:pt x="8792" y="466"/>
                  </a:cubicBezTo>
                  <a:cubicBezTo>
                    <a:pt x="7997" y="466"/>
                    <a:pt x="7204" y="348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5"/>
                    <a:pt x="5408" y="707"/>
                  </a:cubicBezTo>
                  <a:cubicBezTo>
                    <a:pt x="5213" y="1431"/>
                    <a:pt x="4767" y="1822"/>
                    <a:pt x="4070" y="1933"/>
                  </a:cubicBezTo>
                  <a:cubicBezTo>
                    <a:pt x="3457" y="1989"/>
                    <a:pt x="2816" y="2045"/>
                    <a:pt x="2203" y="2073"/>
                  </a:cubicBezTo>
                  <a:lnTo>
                    <a:pt x="2203" y="2045"/>
                  </a:lnTo>
                  <a:lnTo>
                    <a:pt x="1004" y="2045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59"/>
                    <a:pt x="574" y="3914"/>
                    <a:pt x="1111" y="3914"/>
                  </a:cubicBezTo>
                  <a:cubicBezTo>
                    <a:pt x="1131" y="3914"/>
                    <a:pt x="1151" y="3913"/>
                    <a:pt x="1171" y="3912"/>
                  </a:cubicBezTo>
                  <a:cubicBezTo>
                    <a:pt x="2203" y="3857"/>
                    <a:pt x="3234" y="3773"/>
                    <a:pt x="4293" y="3717"/>
                  </a:cubicBezTo>
                  <a:cubicBezTo>
                    <a:pt x="4341" y="3712"/>
                    <a:pt x="4388" y="3709"/>
                    <a:pt x="4433" y="3709"/>
                  </a:cubicBezTo>
                  <a:cubicBezTo>
                    <a:pt x="4838" y="3709"/>
                    <a:pt x="5146" y="3930"/>
                    <a:pt x="5297" y="4330"/>
                  </a:cubicBezTo>
                  <a:cubicBezTo>
                    <a:pt x="5631" y="5195"/>
                    <a:pt x="6328" y="5752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30"/>
                    <a:pt x="9868" y="6003"/>
                  </a:cubicBezTo>
                  <a:cubicBezTo>
                    <a:pt x="11011" y="5891"/>
                    <a:pt x="11959" y="5390"/>
                    <a:pt x="12405" y="4219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5"/>
                    <a:pt x="15471" y="3773"/>
                    <a:pt x="16531" y="3884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8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9"/>
                  </a:cubicBezTo>
                  <a:cubicBezTo>
                    <a:pt x="16399" y="1999"/>
                    <a:pt x="16210" y="2004"/>
                    <a:pt x="16021" y="2004"/>
                  </a:cubicBezTo>
                  <a:cubicBezTo>
                    <a:pt x="15198" y="2004"/>
                    <a:pt x="14364" y="1918"/>
                    <a:pt x="13548" y="1850"/>
                  </a:cubicBezTo>
                  <a:cubicBezTo>
                    <a:pt x="12823" y="1794"/>
                    <a:pt x="12461" y="1487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1"/>
            <p:cNvSpPr/>
            <p:nvPr/>
          </p:nvSpPr>
          <p:spPr>
            <a:xfrm>
              <a:off x="-452249" y="2493995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49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30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57"/>
                    <a:pt x="574" y="3912"/>
                    <a:pt x="1111" y="3912"/>
                  </a:cubicBezTo>
                  <a:cubicBezTo>
                    <a:pt x="1131" y="3912"/>
                    <a:pt x="1151" y="3912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41" y="3710"/>
                    <a:pt x="4388" y="3707"/>
                    <a:pt x="4433" y="3707"/>
                  </a:cubicBezTo>
                  <a:cubicBezTo>
                    <a:pt x="4838" y="3707"/>
                    <a:pt x="5146" y="3928"/>
                    <a:pt x="5297" y="4329"/>
                  </a:cubicBezTo>
                  <a:cubicBezTo>
                    <a:pt x="5631" y="5193"/>
                    <a:pt x="6328" y="5751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0"/>
                    <a:pt x="16734" y="3900"/>
                  </a:cubicBezTo>
                  <a:cubicBezTo>
                    <a:pt x="17137" y="3900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-452249" y="2079120"/>
              <a:ext cx="859116" cy="292518"/>
            </a:xfrm>
            <a:custGeom>
              <a:rect b="b" l="l" r="r" t="t"/>
              <a:pathLst>
                <a:path extrusionOk="0" h="6045" w="17754">
                  <a:moveTo>
                    <a:pt x="11671" y="1"/>
                  </a:moveTo>
                  <a:cubicBezTo>
                    <a:pt x="11530" y="1"/>
                    <a:pt x="11352" y="40"/>
                    <a:pt x="11123" y="108"/>
                  </a:cubicBezTo>
                  <a:cubicBezTo>
                    <a:pt x="10340" y="356"/>
                    <a:pt x="9563" y="474"/>
                    <a:pt x="8790" y="474"/>
                  </a:cubicBezTo>
                  <a:cubicBezTo>
                    <a:pt x="7995" y="474"/>
                    <a:pt x="7204" y="349"/>
                    <a:pt x="6412" y="108"/>
                  </a:cubicBezTo>
                  <a:cubicBezTo>
                    <a:pt x="6226" y="62"/>
                    <a:pt x="6079" y="35"/>
                    <a:pt x="5960" y="35"/>
                  </a:cubicBezTo>
                  <a:cubicBezTo>
                    <a:pt x="5650" y="35"/>
                    <a:pt x="5529" y="218"/>
                    <a:pt x="5408" y="722"/>
                  </a:cubicBezTo>
                  <a:cubicBezTo>
                    <a:pt x="5213" y="1446"/>
                    <a:pt x="4767" y="1837"/>
                    <a:pt x="4070" y="1920"/>
                  </a:cubicBezTo>
                  <a:cubicBezTo>
                    <a:pt x="3457" y="2004"/>
                    <a:pt x="2816" y="2032"/>
                    <a:pt x="2203" y="2087"/>
                  </a:cubicBezTo>
                  <a:lnTo>
                    <a:pt x="2203" y="2032"/>
                  </a:lnTo>
                  <a:lnTo>
                    <a:pt x="1004" y="2032"/>
                  </a:lnTo>
                  <a:cubicBezTo>
                    <a:pt x="447" y="2060"/>
                    <a:pt x="1" y="2533"/>
                    <a:pt x="28" y="3035"/>
                  </a:cubicBezTo>
                  <a:cubicBezTo>
                    <a:pt x="55" y="3547"/>
                    <a:pt x="577" y="3929"/>
                    <a:pt x="1115" y="3929"/>
                  </a:cubicBezTo>
                  <a:cubicBezTo>
                    <a:pt x="1134" y="3929"/>
                    <a:pt x="1153" y="3928"/>
                    <a:pt x="1171" y="3927"/>
                  </a:cubicBezTo>
                  <a:cubicBezTo>
                    <a:pt x="2203" y="3844"/>
                    <a:pt x="3234" y="3788"/>
                    <a:pt x="4293" y="3704"/>
                  </a:cubicBezTo>
                  <a:cubicBezTo>
                    <a:pt x="4323" y="3702"/>
                    <a:pt x="4352" y="3702"/>
                    <a:pt x="4380" y="3702"/>
                  </a:cubicBezTo>
                  <a:cubicBezTo>
                    <a:pt x="4811" y="3702"/>
                    <a:pt x="5140" y="3901"/>
                    <a:pt x="5297" y="4345"/>
                  </a:cubicBezTo>
                  <a:cubicBezTo>
                    <a:pt x="5631" y="5209"/>
                    <a:pt x="6328" y="5767"/>
                    <a:pt x="7248" y="5906"/>
                  </a:cubicBezTo>
                  <a:cubicBezTo>
                    <a:pt x="7839" y="6002"/>
                    <a:pt x="8429" y="6045"/>
                    <a:pt x="9029" y="6045"/>
                  </a:cubicBezTo>
                  <a:cubicBezTo>
                    <a:pt x="9306" y="6045"/>
                    <a:pt x="9586" y="6035"/>
                    <a:pt x="9868" y="6018"/>
                  </a:cubicBezTo>
                  <a:cubicBezTo>
                    <a:pt x="11011" y="5906"/>
                    <a:pt x="11959" y="5377"/>
                    <a:pt x="12405" y="4234"/>
                  </a:cubicBezTo>
                  <a:cubicBezTo>
                    <a:pt x="12560" y="3845"/>
                    <a:pt x="12884" y="3673"/>
                    <a:pt x="13265" y="3673"/>
                  </a:cubicBezTo>
                  <a:cubicBezTo>
                    <a:pt x="13294" y="3673"/>
                    <a:pt x="13323" y="3674"/>
                    <a:pt x="13353" y="3676"/>
                  </a:cubicBezTo>
                  <a:cubicBezTo>
                    <a:pt x="14384" y="3732"/>
                    <a:pt x="15471" y="3788"/>
                    <a:pt x="16531" y="3871"/>
                  </a:cubicBezTo>
                  <a:cubicBezTo>
                    <a:pt x="16601" y="3883"/>
                    <a:pt x="16669" y="3889"/>
                    <a:pt x="16734" y="3889"/>
                  </a:cubicBezTo>
                  <a:cubicBezTo>
                    <a:pt x="17137" y="3889"/>
                    <a:pt x="17442" y="3674"/>
                    <a:pt x="17562" y="3314"/>
                  </a:cubicBezTo>
                  <a:cubicBezTo>
                    <a:pt x="17754" y="2766"/>
                    <a:pt x="17461" y="2003"/>
                    <a:pt x="16631" y="2003"/>
                  </a:cubicBezTo>
                  <a:cubicBezTo>
                    <a:pt x="16616" y="2003"/>
                    <a:pt x="16601" y="2003"/>
                    <a:pt x="16586" y="2004"/>
                  </a:cubicBezTo>
                  <a:cubicBezTo>
                    <a:pt x="16478" y="2007"/>
                    <a:pt x="16369" y="2008"/>
                    <a:pt x="16260" y="2008"/>
                  </a:cubicBezTo>
                  <a:cubicBezTo>
                    <a:pt x="15360" y="2008"/>
                    <a:pt x="14443" y="1914"/>
                    <a:pt x="13548" y="1864"/>
                  </a:cubicBezTo>
                  <a:cubicBezTo>
                    <a:pt x="12823" y="1781"/>
                    <a:pt x="12461" y="1474"/>
                    <a:pt x="12266" y="749"/>
                  </a:cubicBezTo>
                  <a:cubicBezTo>
                    <a:pt x="12130" y="207"/>
                    <a:pt x="11994" y="1"/>
                    <a:pt x="116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-452249" y="1663083"/>
              <a:ext cx="859116" cy="292372"/>
            </a:xfrm>
            <a:custGeom>
              <a:rect b="b" l="l" r="r" t="t"/>
              <a:pathLst>
                <a:path extrusionOk="0" h="6042" w="17754">
                  <a:moveTo>
                    <a:pt x="11678" y="0"/>
                  </a:moveTo>
                  <a:cubicBezTo>
                    <a:pt x="11535" y="0"/>
                    <a:pt x="11356" y="43"/>
                    <a:pt x="11123" y="121"/>
                  </a:cubicBezTo>
                  <a:cubicBezTo>
                    <a:pt x="10340" y="354"/>
                    <a:pt x="9565" y="466"/>
                    <a:pt x="8792" y="466"/>
                  </a:cubicBezTo>
                  <a:cubicBezTo>
                    <a:pt x="7997" y="466"/>
                    <a:pt x="7204" y="347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4"/>
                    <a:pt x="5408" y="706"/>
                  </a:cubicBezTo>
                  <a:cubicBezTo>
                    <a:pt x="5213" y="1431"/>
                    <a:pt x="4767" y="1821"/>
                    <a:pt x="4070" y="1933"/>
                  </a:cubicBezTo>
                  <a:cubicBezTo>
                    <a:pt x="3457" y="1988"/>
                    <a:pt x="2816" y="2044"/>
                    <a:pt x="2203" y="2072"/>
                  </a:cubicBezTo>
                  <a:lnTo>
                    <a:pt x="2203" y="2016"/>
                  </a:lnTo>
                  <a:lnTo>
                    <a:pt x="1004" y="2016"/>
                  </a:lnTo>
                  <a:cubicBezTo>
                    <a:pt x="447" y="2072"/>
                    <a:pt x="1" y="2518"/>
                    <a:pt x="28" y="3048"/>
                  </a:cubicBezTo>
                  <a:cubicBezTo>
                    <a:pt x="55" y="3532"/>
                    <a:pt x="577" y="3913"/>
                    <a:pt x="1115" y="3913"/>
                  </a:cubicBezTo>
                  <a:cubicBezTo>
                    <a:pt x="1134" y="3913"/>
                    <a:pt x="1152" y="3913"/>
                    <a:pt x="1171" y="3912"/>
                  </a:cubicBezTo>
                  <a:cubicBezTo>
                    <a:pt x="2203" y="3856"/>
                    <a:pt x="3234" y="3772"/>
                    <a:pt x="4293" y="3717"/>
                  </a:cubicBezTo>
                  <a:cubicBezTo>
                    <a:pt x="4341" y="3711"/>
                    <a:pt x="4388" y="3708"/>
                    <a:pt x="4433" y="3708"/>
                  </a:cubicBezTo>
                  <a:cubicBezTo>
                    <a:pt x="4838" y="3708"/>
                    <a:pt x="5146" y="3929"/>
                    <a:pt x="5297" y="4330"/>
                  </a:cubicBezTo>
                  <a:cubicBezTo>
                    <a:pt x="5631" y="5194"/>
                    <a:pt x="6328" y="5751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29"/>
                    <a:pt x="9868" y="6002"/>
                  </a:cubicBezTo>
                  <a:cubicBezTo>
                    <a:pt x="11011" y="5891"/>
                    <a:pt x="11959" y="5389"/>
                    <a:pt x="12405" y="4218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587" y="3890"/>
                    <a:pt x="16641" y="3893"/>
                    <a:pt x="16695" y="3893"/>
                  </a:cubicBezTo>
                  <a:cubicBezTo>
                    <a:pt x="17116" y="3893"/>
                    <a:pt x="17438" y="3698"/>
                    <a:pt x="17562" y="3326"/>
                  </a:cubicBezTo>
                  <a:cubicBezTo>
                    <a:pt x="17754" y="2778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8"/>
                  </a:cubicBezTo>
                  <a:cubicBezTo>
                    <a:pt x="16399" y="1999"/>
                    <a:pt x="16210" y="2003"/>
                    <a:pt x="16021" y="2003"/>
                  </a:cubicBezTo>
                  <a:cubicBezTo>
                    <a:pt x="15198" y="2003"/>
                    <a:pt x="14364" y="1917"/>
                    <a:pt x="13548" y="1849"/>
                  </a:cubicBezTo>
                  <a:cubicBezTo>
                    <a:pt x="12823" y="1793"/>
                    <a:pt x="12461" y="1459"/>
                    <a:pt x="12266" y="734"/>
                  </a:cubicBezTo>
                  <a:cubicBezTo>
                    <a:pt x="12131" y="214"/>
                    <a:pt x="11996" y="0"/>
                    <a:pt x="116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1"/>
            <p:cNvSpPr/>
            <p:nvPr/>
          </p:nvSpPr>
          <p:spPr>
            <a:xfrm>
              <a:off x="-452249" y="1247675"/>
              <a:ext cx="859116" cy="292711"/>
            </a:xfrm>
            <a:custGeom>
              <a:rect b="b" l="l" r="r" t="t"/>
              <a:pathLst>
                <a:path extrusionOk="0" h="6049" w="17754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1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9"/>
                    <a:pt x="12405" y="4246"/>
                  </a:cubicBezTo>
                  <a:cubicBezTo>
                    <a:pt x="12560" y="3857"/>
                    <a:pt x="12884" y="3685"/>
                    <a:pt x="13265" y="3685"/>
                  </a:cubicBezTo>
                  <a:cubicBezTo>
                    <a:pt x="13294" y="3685"/>
                    <a:pt x="13323" y="3686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5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3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1"/>
            <p:cNvSpPr/>
            <p:nvPr/>
          </p:nvSpPr>
          <p:spPr>
            <a:xfrm>
              <a:off x="-452249" y="832170"/>
              <a:ext cx="859116" cy="291840"/>
            </a:xfrm>
            <a:custGeom>
              <a:rect b="b" l="l" r="r" t="t"/>
              <a:pathLst>
                <a:path extrusionOk="0" h="6031" w="17754">
                  <a:moveTo>
                    <a:pt x="11678" y="1"/>
                  </a:moveTo>
                  <a:cubicBezTo>
                    <a:pt x="11535" y="1"/>
                    <a:pt x="11356" y="44"/>
                    <a:pt x="11123" y="122"/>
                  </a:cubicBezTo>
                  <a:cubicBezTo>
                    <a:pt x="10340" y="355"/>
                    <a:pt x="9565" y="467"/>
                    <a:pt x="8792" y="467"/>
                  </a:cubicBezTo>
                  <a:cubicBezTo>
                    <a:pt x="7997" y="467"/>
                    <a:pt x="7204" y="348"/>
                    <a:pt x="6412" y="122"/>
                  </a:cubicBezTo>
                  <a:cubicBezTo>
                    <a:pt x="6213" y="64"/>
                    <a:pt x="6059" y="30"/>
                    <a:pt x="5935" y="30"/>
                  </a:cubicBezTo>
                  <a:cubicBezTo>
                    <a:pt x="5643" y="30"/>
                    <a:pt x="5526" y="217"/>
                    <a:pt x="5408" y="707"/>
                  </a:cubicBezTo>
                  <a:cubicBezTo>
                    <a:pt x="5213" y="1432"/>
                    <a:pt x="4767" y="1822"/>
                    <a:pt x="4070" y="1933"/>
                  </a:cubicBezTo>
                  <a:cubicBezTo>
                    <a:pt x="3457" y="1989"/>
                    <a:pt x="2816" y="2017"/>
                    <a:pt x="2203" y="2073"/>
                  </a:cubicBezTo>
                  <a:lnTo>
                    <a:pt x="2203" y="2017"/>
                  </a:lnTo>
                  <a:lnTo>
                    <a:pt x="1004" y="2017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33"/>
                    <a:pt x="577" y="3914"/>
                    <a:pt x="1115" y="3914"/>
                  </a:cubicBezTo>
                  <a:cubicBezTo>
                    <a:pt x="1134" y="3914"/>
                    <a:pt x="1152" y="3914"/>
                    <a:pt x="1171" y="3913"/>
                  </a:cubicBezTo>
                  <a:cubicBezTo>
                    <a:pt x="2203" y="3829"/>
                    <a:pt x="3234" y="3773"/>
                    <a:pt x="4293" y="3690"/>
                  </a:cubicBezTo>
                  <a:cubicBezTo>
                    <a:pt x="4320" y="3688"/>
                    <a:pt x="4346" y="3687"/>
                    <a:pt x="4372" y="3687"/>
                  </a:cubicBezTo>
                  <a:cubicBezTo>
                    <a:pt x="4807" y="3687"/>
                    <a:pt x="5139" y="3910"/>
                    <a:pt x="5297" y="4331"/>
                  </a:cubicBezTo>
                  <a:cubicBezTo>
                    <a:pt x="5631" y="5195"/>
                    <a:pt x="6328" y="5752"/>
                    <a:pt x="7248" y="5892"/>
                  </a:cubicBezTo>
                  <a:cubicBezTo>
                    <a:pt x="7839" y="5987"/>
                    <a:pt x="8429" y="6030"/>
                    <a:pt x="9029" y="6030"/>
                  </a:cubicBezTo>
                  <a:cubicBezTo>
                    <a:pt x="9306" y="6030"/>
                    <a:pt x="9586" y="6021"/>
                    <a:pt x="9868" y="6003"/>
                  </a:cubicBezTo>
                  <a:cubicBezTo>
                    <a:pt x="11011" y="5892"/>
                    <a:pt x="11959" y="5362"/>
                    <a:pt x="12405" y="4219"/>
                  </a:cubicBezTo>
                  <a:cubicBezTo>
                    <a:pt x="12560" y="3831"/>
                    <a:pt x="12884" y="3659"/>
                    <a:pt x="13265" y="3659"/>
                  </a:cubicBezTo>
                  <a:cubicBezTo>
                    <a:pt x="13294" y="3659"/>
                    <a:pt x="13323" y="3660"/>
                    <a:pt x="13353" y="3662"/>
                  </a:cubicBezTo>
                  <a:cubicBezTo>
                    <a:pt x="14384" y="3745"/>
                    <a:pt x="15471" y="3773"/>
                    <a:pt x="16531" y="3885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9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9"/>
                    <a:pt x="16586" y="1989"/>
                  </a:cubicBezTo>
                  <a:cubicBezTo>
                    <a:pt x="16452" y="1993"/>
                    <a:pt x="16317" y="1995"/>
                    <a:pt x="16182" y="1995"/>
                  </a:cubicBezTo>
                  <a:cubicBezTo>
                    <a:pt x="15307" y="1995"/>
                    <a:pt x="14417" y="1922"/>
                    <a:pt x="13548" y="1850"/>
                  </a:cubicBezTo>
                  <a:cubicBezTo>
                    <a:pt x="12823" y="1794"/>
                    <a:pt x="12461" y="1460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1"/>
            <p:cNvSpPr/>
            <p:nvPr/>
          </p:nvSpPr>
          <p:spPr>
            <a:xfrm>
              <a:off x="-452249" y="416811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1"/>
            <p:cNvSpPr/>
            <p:nvPr/>
          </p:nvSpPr>
          <p:spPr>
            <a:xfrm>
              <a:off x="-452249" y="-1"/>
              <a:ext cx="859116" cy="292760"/>
            </a:xfrm>
            <a:custGeom>
              <a:rect b="b" l="l" r="r" t="t"/>
              <a:pathLst>
                <a:path extrusionOk="0" h="6050" w="17754">
                  <a:moveTo>
                    <a:pt x="11674" y="1"/>
                  </a:moveTo>
                  <a:cubicBezTo>
                    <a:pt x="11532" y="1"/>
                    <a:pt x="11353" y="44"/>
                    <a:pt x="11123" y="121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1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4"/>
                    <a:pt x="5408" y="706"/>
                  </a:cubicBezTo>
                  <a:cubicBezTo>
                    <a:pt x="5213" y="1459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2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2"/>
                    <a:pt x="1" y="2518"/>
                    <a:pt x="28" y="3047"/>
                  </a:cubicBezTo>
                  <a:cubicBezTo>
                    <a:pt x="55" y="3543"/>
                    <a:pt x="545" y="3917"/>
                    <a:pt x="1065" y="3917"/>
                  </a:cubicBezTo>
                  <a:cubicBezTo>
                    <a:pt x="1100" y="3917"/>
                    <a:pt x="1136" y="3915"/>
                    <a:pt x="1171" y="3912"/>
                  </a:cubicBezTo>
                  <a:cubicBezTo>
                    <a:pt x="2203" y="3856"/>
                    <a:pt x="3234" y="3772"/>
                    <a:pt x="4293" y="3716"/>
                  </a:cubicBezTo>
                  <a:cubicBezTo>
                    <a:pt x="4323" y="3715"/>
                    <a:pt x="4352" y="3714"/>
                    <a:pt x="4381" y="3714"/>
                  </a:cubicBezTo>
                  <a:cubicBezTo>
                    <a:pt x="4812" y="3714"/>
                    <a:pt x="5140" y="3911"/>
                    <a:pt x="5297" y="4330"/>
                  </a:cubicBezTo>
                  <a:cubicBezTo>
                    <a:pt x="5631" y="5222"/>
                    <a:pt x="6328" y="5779"/>
                    <a:pt x="7248" y="5919"/>
                  </a:cubicBezTo>
                  <a:cubicBezTo>
                    <a:pt x="7788" y="6006"/>
                    <a:pt x="8328" y="6049"/>
                    <a:pt x="8875" y="6049"/>
                  </a:cubicBezTo>
                  <a:cubicBezTo>
                    <a:pt x="9203" y="6049"/>
                    <a:pt x="9534" y="6034"/>
                    <a:pt x="9868" y="6002"/>
                  </a:cubicBezTo>
                  <a:cubicBezTo>
                    <a:pt x="11011" y="5919"/>
                    <a:pt x="11959" y="5389"/>
                    <a:pt x="12405" y="4246"/>
                  </a:cubicBezTo>
                  <a:cubicBezTo>
                    <a:pt x="12554" y="3875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9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6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6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7"/>
                  </a:cubicBezTo>
                  <a:cubicBezTo>
                    <a:pt x="12823" y="1793"/>
                    <a:pt x="12461" y="1486"/>
                    <a:pt x="12266" y="762"/>
                  </a:cubicBezTo>
                  <a:cubicBezTo>
                    <a:pt x="12130" y="220"/>
                    <a:pt x="11995" y="1"/>
                    <a:pt x="116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1"/>
            <p:cNvSpPr/>
            <p:nvPr/>
          </p:nvSpPr>
          <p:spPr>
            <a:xfrm>
              <a:off x="-349716" y="4932539"/>
              <a:ext cx="639184" cy="232466"/>
            </a:xfrm>
            <a:custGeom>
              <a:rect b="b" l="l" r="r" t="t"/>
              <a:pathLst>
                <a:path extrusionOk="0" h="4804" w="13209">
                  <a:moveTo>
                    <a:pt x="8759" y="0"/>
                  </a:moveTo>
                  <a:cubicBezTo>
                    <a:pt x="8709" y="0"/>
                    <a:pt x="8651" y="13"/>
                    <a:pt x="8586" y="39"/>
                  </a:cubicBezTo>
                  <a:cubicBezTo>
                    <a:pt x="7958" y="262"/>
                    <a:pt x="7317" y="366"/>
                    <a:pt x="6673" y="366"/>
                  </a:cubicBezTo>
                  <a:cubicBezTo>
                    <a:pt x="6028" y="366"/>
                    <a:pt x="5380" y="262"/>
                    <a:pt x="4739" y="67"/>
                  </a:cubicBezTo>
                  <a:cubicBezTo>
                    <a:pt x="4625" y="26"/>
                    <a:pt x="4538" y="4"/>
                    <a:pt x="4468" y="4"/>
                  </a:cubicBezTo>
                  <a:cubicBezTo>
                    <a:pt x="4298" y="4"/>
                    <a:pt x="4233" y="133"/>
                    <a:pt x="4153" y="429"/>
                  </a:cubicBezTo>
                  <a:cubicBezTo>
                    <a:pt x="3986" y="1014"/>
                    <a:pt x="3707" y="1516"/>
                    <a:pt x="3011" y="1516"/>
                  </a:cubicBezTo>
                  <a:cubicBezTo>
                    <a:pt x="2258" y="1544"/>
                    <a:pt x="1561" y="1600"/>
                    <a:pt x="836" y="1655"/>
                  </a:cubicBezTo>
                  <a:cubicBezTo>
                    <a:pt x="836" y="1572"/>
                    <a:pt x="808" y="1544"/>
                    <a:pt x="781" y="1460"/>
                  </a:cubicBezTo>
                  <a:cubicBezTo>
                    <a:pt x="558" y="1600"/>
                    <a:pt x="307" y="1711"/>
                    <a:pt x="223" y="1878"/>
                  </a:cubicBezTo>
                  <a:cubicBezTo>
                    <a:pt x="0" y="2213"/>
                    <a:pt x="0" y="2575"/>
                    <a:pt x="279" y="2826"/>
                  </a:cubicBezTo>
                  <a:cubicBezTo>
                    <a:pt x="446" y="2993"/>
                    <a:pt x="725" y="3077"/>
                    <a:pt x="948" y="3077"/>
                  </a:cubicBezTo>
                  <a:cubicBezTo>
                    <a:pt x="1673" y="3049"/>
                    <a:pt x="2369" y="2938"/>
                    <a:pt x="3094" y="2854"/>
                  </a:cubicBezTo>
                  <a:cubicBezTo>
                    <a:pt x="3119" y="2853"/>
                    <a:pt x="3144" y="2852"/>
                    <a:pt x="3168" y="2852"/>
                  </a:cubicBezTo>
                  <a:cubicBezTo>
                    <a:pt x="3624" y="2852"/>
                    <a:pt x="3883" y="3100"/>
                    <a:pt x="4042" y="3523"/>
                  </a:cubicBezTo>
                  <a:cubicBezTo>
                    <a:pt x="4265" y="3997"/>
                    <a:pt x="4572" y="4359"/>
                    <a:pt x="5073" y="4527"/>
                  </a:cubicBezTo>
                  <a:cubicBezTo>
                    <a:pt x="5569" y="4717"/>
                    <a:pt x="6077" y="4803"/>
                    <a:pt x="6598" y="4803"/>
                  </a:cubicBezTo>
                  <a:cubicBezTo>
                    <a:pt x="6840" y="4803"/>
                    <a:pt x="7084" y="4785"/>
                    <a:pt x="7331" y="4750"/>
                  </a:cubicBezTo>
                  <a:cubicBezTo>
                    <a:pt x="8223" y="4638"/>
                    <a:pt x="8892" y="4248"/>
                    <a:pt x="9255" y="3356"/>
                  </a:cubicBezTo>
                  <a:cubicBezTo>
                    <a:pt x="9384" y="3019"/>
                    <a:pt x="9586" y="2851"/>
                    <a:pt x="9904" y="2851"/>
                  </a:cubicBezTo>
                  <a:cubicBezTo>
                    <a:pt x="9928" y="2851"/>
                    <a:pt x="9954" y="2852"/>
                    <a:pt x="9979" y="2854"/>
                  </a:cubicBezTo>
                  <a:cubicBezTo>
                    <a:pt x="10732" y="2938"/>
                    <a:pt x="11513" y="3049"/>
                    <a:pt x="12265" y="3105"/>
                  </a:cubicBezTo>
                  <a:cubicBezTo>
                    <a:pt x="12280" y="3106"/>
                    <a:pt x="12295" y="3106"/>
                    <a:pt x="12310" y="3106"/>
                  </a:cubicBezTo>
                  <a:cubicBezTo>
                    <a:pt x="12793" y="3106"/>
                    <a:pt x="13209" y="2670"/>
                    <a:pt x="13074" y="2129"/>
                  </a:cubicBezTo>
                  <a:cubicBezTo>
                    <a:pt x="12934" y="1683"/>
                    <a:pt x="12655" y="1572"/>
                    <a:pt x="12182" y="1572"/>
                  </a:cubicBezTo>
                  <a:cubicBezTo>
                    <a:pt x="11429" y="1572"/>
                    <a:pt x="10676" y="1572"/>
                    <a:pt x="9952" y="1460"/>
                  </a:cubicBezTo>
                  <a:cubicBezTo>
                    <a:pt x="9366" y="1405"/>
                    <a:pt x="9171" y="875"/>
                    <a:pt x="9060" y="345"/>
                  </a:cubicBezTo>
                  <a:cubicBezTo>
                    <a:pt x="9017" y="132"/>
                    <a:pt x="8925" y="0"/>
                    <a:pt x="8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5" name="Google Shape;245;p21"/>
          <p:cNvGrpSpPr/>
          <p:nvPr/>
        </p:nvGrpSpPr>
        <p:grpSpPr>
          <a:xfrm>
            <a:off x="3798957" y="4370436"/>
            <a:ext cx="1546086" cy="1546118"/>
            <a:chOff x="7339425" y="1867300"/>
            <a:chExt cx="1188200" cy="1188225"/>
          </a:xfrm>
        </p:grpSpPr>
        <p:sp>
          <p:nvSpPr>
            <p:cNvPr id="246" name="Google Shape;246;p21"/>
            <p:cNvSpPr/>
            <p:nvPr/>
          </p:nvSpPr>
          <p:spPr>
            <a:xfrm>
              <a:off x="7339425" y="1867300"/>
              <a:ext cx="1188200" cy="1188225"/>
            </a:xfrm>
            <a:custGeom>
              <a:rect b="b" l="l" r="r" t="t"/>
              <a:pathLst>
                <a:path extrusionOk="0" h="47529" w="47528">
                  <a:moveTo>
                    <a:pt x="23778" y="1"/>
                  </a:moveTo>
                  <a:cubicBezTo>
                    <a:pt x="10649" y="1"/>
                    <a:pt x="0" y="10621"/>
                    <a:pt x="0" y="23751"/>
                  </a:cubicBezTo>
                  <a:cubicBezTo>
                    <a:pt x="0" y="36880"/>
                    <a:pt x="10649" y="47528"/>
                    <a:pt x="23778" y="47528"/>
                  </a:cubicBezTo>
                  <a:cubicBezTo>
                    <a:pt x="36907" y="47528"/>
                    <a:pt x="47528" y="36880"/>
                    <a:pt x="47528" y="23751"/>
                  </a:cubicBezTo>
                  <a:cubicBezTo>
                    <a:pt x="47528" y="10621"/>
                    <a:pt x="36907" y="1"/>
                    <a:pt x="23778" y="1"/>
                  </a:cubicBezTo>
                  <a:close/>
                </a:path>
              </a:pathLst>
            </a:custGeom>
            <a:solidFill>
              <a:srgbClr val="5785A8">
                <a:alpha val="1843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1"/>
            <p:cNvSpPr/>
            <p:nvPr/>
          </p:nvSpPr>
          <p:spPr>
            <a:xfrm>
              <a:off x="7519225" y="2046400"/>
              <a:ext cx="829300" cy="829325"/>
            </a:xfrm>
            <a:custGeom>
              <a:rect b="b" l="l" r="r" t="t"/>
              <a:pathLst>
                <a:path extrusionOk="0" h="33173" w="33172">
                  <a:moveTo>
                    <a:pt x="16586" y="1"/>
                  </a:moveTo>
                  <a:cubicBezTo>
                    <a:pt x="7415" y="1"/>
                    <a:pt x="0" y="7444"/>
                    <a:pt x="0" y="16587"/>
                  </a:cubicBezTo>
                  <a:cubicBezTo>
                    <a:pt x="0" y="25758"/>
                    <a:pt x="7415" y="33172"/>
                    <a:pt x="16586" y="33172"/>
                  </a:cubicBezTo>
                  <a:cubicBezTo>
                    <a:pt x="25729" y="33172"/>
                    <a:pt x="33172" y="25758"/>
                    <a:pt x="33172" y="16587"/>
                  </a:cubicBezTo>
                  <a:cubicBezTo>
                    <a:pt x="33172" y="7444"/>
                    <a:pt x="25729" y="1"/>
                    <a:pt x="16586" y="1"/>
                  </a:cubicBezTo>
                  <a:close/>
                </a:path>
              </a:pathLst>
            </a:custGeom>
            <a:solidFill>
              <a:srgbClr val="5785A8">
                <a:alpha val="345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1"/>
            <p:cNvSpPr/>
            <p:nvPr/>
          </p:nvSpPr>
          <p:spPr>
            <a:xfrm>
              <a:off x="7670450" y="2198325"/>
              <a:ext cx="526150" cy="526175"/>
            </a:xfrm>
            <a:custGeom>
              <a:rect b="b" l="l" r="r" t="t"/>
              <a:pathLst>
                <a:path extrusionOk="0" h="21047" w="21046">
                  <a:moveTo>
                    <a:pt x="10537" y="1"/>
                  </a:moveTo>
                  <a:cubicBezTo>
                    <a:pt x="4711" y="1"/>
                    <a:pt x="0" y="4712"/>
                    <a:pt x="0" y="10510"/>
                  </a:cubicBezTo>
                  <a:cubicBezTo>
                    <a:pt x="0" y="16336"/>
                    <a:pt x="4711" y="21047"/>
                    <a:pt x="10537" y="21047"/>
                  </a:cubicBezTo>
                  <a:cubicBezTo>
                    <a:pt x="16335" y="21047"/>
                    <a:pt x="21046" y="16336"/>
                    <a:pt x="21046" y="10510"/>
                  </a:cubicBezTo>
                  <a:cubicBezTo>
                    <a:pt x="21046" y="4712"/>
                    <a:pt x="16335" y="1"/>
                    <a:pt x="105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" name="Google Shape;249;p21"/>
          <p:cNvGrpSpPr/>
          <p:nvPr/>
        </p:nvGrpSpPr>
        <p:grpSpPr>
          <a:xfrm>
            <a:off x="713232" y="-773066"/>
            <a:ext cx="1546086" cy="1546118"/>
            <a:chOff x="7339425" y="1867300"/>
            <a:chExt cx="1188200" cy="1188225"/>
          </a:xfrm>
        </p:grpSpPr>
        <p:sp>
          <p:nvSpPr>
            <p:cNvPr id="250" name="Google Shape;250;p21"/>
            <p:cNvSpPr/>
            <p:nvPr/>
          </p:nvSpPr>
          <p:spPr>
            <a:xfrm>
              <a:off x="7339425" y="1867300"/>
              <a:ext cx="1188200" cy="1188225"/>
            </a:xfrm>
            <a:custGeom>
              <a:rect b="b" l="l" r="r" t="t"/>
              <a:pathLst>
                <a:path extrusionOk="0" h="47529" w="47528">
                  <a:moveTo>
                    <a:pt x="23778" y="1"/>
                  </a:moveTo>
                  <a:cubicBezTo>
                    <a:pt x="10649" y="1"/>
                    <a:pt x="0" y="10621"/>
                    <a:pt x="0" y="23751"/>
                  </a:cubicBezTo>
                  <a:cubicBezTo>
                    <a:pt x="0" y="36880"/>
                    <a:pt x="10649" y="47528"/>
                    <a:pt x="23778" y="47528"/>
                  </a:cubicBezTo>
                  <a:cubicBezTo>
                    <a:pt x="36907" y="47528"/>
                    <a:pt x="47528" y="36880"/>
                    <a:pt x="47528" y="23751"/>
                  </a:cubicBezTo>
                  <a:cubicBezTo>
                    <a:pt x="47528" y="10621"/>
                    <a:pt x="36907" y="1"/>
                    <a:pt x="23778" y="1"/>
                  </a:cubicBezTo>
                  <a:close/>
                </a:path>
              </a:pathLst>
            </a:custGeom>
            <a:solidFill>
              <a:srgbClr val="5785A8">
                <a:alpha val="1843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7519225" y="2046400"/>
              <a:ext cx="829300" cy="829325"/>
            </a:xfrm>
            <a:custGeom>
              <a:rect b="b" l="l" r="r" t="t"/>
              <a:pathLst>
                <a:path extrusionOk="0" h="33173" w="33172">
                  <a:moveTo>
                    <a:pt x="16586" y="1"/>
                  </a:moveTo>
                  <a:cubicBezTo>
                    <a:pt x="7415" y="1"/>
                    <a:pt x="0" y="7444"/>
                    <a:pt x="0" y="16587"/>
                  </a:cubicBezTo>
                  <a:cubicBezTo>
                    <a:pt x="0" y="25758"/>
                    <a:pt x="7415" y="33172"/>
                    <a:pt x="16586" y="33172"/>
                  </a:cubicBezTo>
                  <a:cubicBezTo>
                    <a:pt x="25729" y="33172"/>
                    <a:pt x="33172" y="25758"/>
                    <a:pt x="33172" y="16587"/>
                  </a:cubicBezTo>
                  <a:cubicBezTo>
                    <a:pt x="33172" y="7444"/>
                    <a:pt x="25729" y="1"/>
                    <a:pt x="16586" y="1"/>
                  </a:cubicBezTo>
                  <a:close/>
                </a:path>
              </a:pathLst>
            </a:custGeom>
            <a:solidFill>
              <a:srgbClr val="5785A8">
                <a:alpha val="345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7670450" y="2198325"/>
              <a:ext cx="526150" cy="526175"/>
            </a:xfrm>
            <a:custGeom>
              <a:rect b="b" l="l" r="r" t="t"/>
              <a:pathLst>
                <a:path extrusionOk="0" h="21047" w="21046">
                  <a:moveTo>
                    <a:pt x="10537" y="1"/>
                  </a:moveTo>
                  <a:cubicBezTo>
                    <a:pt x="4711" y="1"/>
                    <a:pt x="0" y="4712"/>
                    <a:pt x="0" y="10510"/>
                  </a:cubicBezTo>
                  <a:cubicBezTo>
                    <a:pt x="0" y="16336"/>
                    <a:pt x="4711" y="21047"/>
                    <a:pt x="10537" y="21047"/>
                  </a:cubicBezTo>
                  <a:cubicBezTo>
                    <a:pt x="16335" y="21047"/>
                    <a:pt x="21046" y="16336"/>
                    <a:pt x="21046" y="10510"/>
                  </a:cubicBezTo>
                  <a:cubicBezTo>
                    <a:pt x="21046" y="4712"/>
                    <a:pt x="16335" y="1"/>
                    <a:pt x="105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3" name="Google Shape;253;p21"/>
          <p:cNvGrpSpPr/>
          <p:nvPr/>
        </p:nvGrpSpPr>
        <p:grpSpPr>
          <a:xfrm flipH="1">
            <a:off x="892636" y="4314506"/>
            <a:ext cx="1341803" cy="289320"/>
            <a:chOff x="7774275" y="4478525"/>
            <a:chExt cx="581925" cy="125475"/>
          </a:xfrm>
        </p:grpSpPr>
        <p:sp>
          <p:nvSpPr>
            <p:cNvPr id="254" name="Google Shape;254;p21"/>
            <p:cNvSpPr/>
            <p:nvPr/>
          </p:nvSpPr>
          <p:spPr>
            <a:xfrm>
              <a:off x="7774275" y="4478525"/>
              <a:ext cx="36250" cy="36950"/>
            </a:xfrm>
            <a:custGeom>
              <a:rect b="b" l="l" r="r" t="t"/>
              <a:pathLst>
                <a:path extrusionOk="0" h="1478" w="1450">
                  <a:moveTo>
                    <a:pt x="725" y="1"/>
                  </a:moveTo>
                  <a:cubicBezTo>
                    <a:pt x="335" y="1"/>
                    <a:pt x="0" y="335"/>
                    <a:pt x="0" y="753"/>
                  </a:cubicBezTo>
                  <a:cubicBezTo>
                    <a:pt x="0" y="1143"/>
                    <a:pt x="335" y="1478"/>
                    <a:pt x="725" y="1478"/>
                  </a:cubicBezTo>
                  <a:cubicBezTo>
                    <a:pt x="1143" y="1478"/>
                    <a:pt x="1450" y="1143"/>
                    <a:pt x="1450" y="753"/>
                  </a:cubicBezTo>
                  <a:cubicBezTo>
                    <a:pt x="1450" y="335"/>
                    <a:pt x="1143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1"/>
            <p:cNvSpPr/>
            <p:nvPr/>
          </p:nvSpPr>
          <p:spPr>
            <a:xfrm>
              <a:off x="7879500" y="4478525"/>
              <a:ext cx="36975" cy="36950"/>
            </a:xfrm>
            <a:custGeom>
              <a:rect b="b" l="l" r="r" t="t"/>
              <a:pathLst>
                <a:path extrusionOk="0" h="1478" w="1479">
                  <a:moveTo>
                    <a:pt x="725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25" y="1478"/>
                  </a:cubicBezTo>
                  <a:cubicBezTo>
                    <a:pt x="1144" y="1478"/>
                    <a:pt x="1478" y="1143"/>
                    <a:pt x="1478" y="753"/>
                  </a:cubicBezTo>
                  <a:cubicBezTo>
                    <a:pt x="1478" y="335"/>
                    <a:pt x="1144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1"/>
            <p:cNvSpPr/>
            <p:nvPr/>
          </p:nvSpPr>
          <p:spPr>
            <a:xfrm>
              <a:off x="7985425" y="4478525"/>
              <a:ext cx="36275" cy="36950"/>
            </a:xfrm>
            <a:custGeom>
              <a:rect b="b" l="l" r="r" t="t"/>
              <a:pathLst>
                <a:path extrusionOk="0" h="1478" w="1451">
                  <a:moveTo>
                    <a:pt x="725" y="1"/>
                  </a:moveTo>
                  <a:cubicBezTo>
                    <a:pt x="307" y="1"/>
                    <a:pt x="1" y="335"/>
                    <a:pt x="1" y="753"/>
                  </a:cubicBezTo>
                  <a:cubicBezTo>
                    <a:pt x="1" y="1143"/>
                    <a:pt x="307" y="1478"/>
                    <a:pt x="725" y="1478"/>
                  </a:cubicBezTo>
                  <a:cubicBezTo>
                    <a:pt x="1116" y="1478"/>
                    <a:pt x="1450" y="1143"/>
                    <a:pt x="1450" y="753"/>
                  </a:cubicBezTo>
                  <a:cubicBezTo>
                    <a:pt x="1450" y="335"/>
                    <a:pt x="1116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1"/>
            <p:cNvSpPr/>
            <p:nvPr/>
          </p:nvSpPr>
          <p:spPr>
            <a:xfrm>
              <a:off x="8090650" y="4478525"/>
              <a:ext cx="36275" cy="36950"/>
            </a:xfrm>
            <a:custGeom>
              <a:rect b="b" l="l" r="r" t="t"/>
              <a:pathLst>
                <a:path extrusionOk="0" h="1478" w="1451">
                  <a:moveTo>
                    <a:pt x="726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26" y="1478"/>
                  </a:cubicBezTo>
                  <a:cubicBezTo>
                    <a:pt x="1116" y="1478"/>
                    <a:pt x="1450" y="1143"/>
                    <a:pt x="1450" y="753"/>
                  </a:cubicBezTo>
                  <a:cubicBezTo>
                    <a:pt x="1450" y="335"/>
                    <a:pt x="1116" y="1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1"/>
            <p:cNvSpPr/>
            <p:nvPr/>
          </p:nvSpPr>
          <p:spPr>
            <a:xfrm>
              <a:off x="8196575" y="4478525"/>
              <a:ext cx="36975" cy="36950"/>
            </a:xfrm>
            <a:custGeom>
              <a:rect b="b" l="l" r="r" t="t"/>
              <a:pathLst>
                <a:path extrusionOk="0" h="1478" w="1479">
                  <a:moveTo>
                    <a:pt x="754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54" y="1478"/>
                  </a:cubicBezTo>
                  <a:cubicBezTo>
                    <a:pt x="1144" y="1478"/>
                    <a:pt x="1478" y="1143"/>
                    <a:pt x="1478" y="753"/>
                  </a:cubicBezTo>
                  <a:cubicBezTo>
                    <a:pt x="1478" y="335"/>
                    <a:pt x="1144" y="1"/>
                    <a:pt x="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1"/>
            <p:cNvSpPr/>
            <p:nvPr/>
          </p:nvSpPr>
          <p:spPr>
            <a:xfrm>
              <a:off x="7898325" y="4567725"/>
              <a:ext cx="36250" cy="36275"/>
            </a:xfrm>
            <a:custGeom>
              <a:rect b="b" l="l" r="r" t="t"/>
              <a:pathLst>
                <a:path extrusionOk="0" h="1451" w="1450">
                  <a:moveTo>
                    <a:pt x="725" y="1"/>
                  </a:moveTo>
                  <a:cubicBezTo>
                    <a:pt x="307" y="1"/>
                    <a:pt x="0" y="335"/>
                    <a:pt x="0" y="725"/>
                  </a:cubicBezTo>
                  <a:cubicBezTo>
                    <a:pt x="0" y="1116"/>
                    <a:pt x="307" y="1450"/>
                    <a:pt x="725" y="1450"/>
                  </a:cubicBezTo>
                  <a:cubicBezTo>
                    <a:pt x="1115" y="1450"/>
                    <a:pt x="1450" y="1116"/>
                    <a:pt x="1450" y="725"/>
                  </a:cubicBezTo>
                  <a:cubicBezTo>
                    <a:pt x="1450" y="335"/>
                    <a:pt x="1115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1"/>
            <p:cNvSpPr/>
            <p:nvPr/>
          </p:nvSpPr>
          <p:spPr>
            <a:xfrm>
              <a:off x="8003550" y="4567725"/>
              <a:ext cx="36250" cy="36275"/>
            </a:xfrm>
            <a:custGeom>
              <a:rect b="b" l="l" r="r" t="t"/>
              <a:pathLst>
                <a:path extrusionOk="0" h="1451" w="1450">
                  <a:moveTo>
                    <a:pt x="725" y="1"/>
                  </a:moveTo>
                  <a:cubicBezTo>
                    <a:pt x="335" y="1"/>
                    <a:pt x="0" y="335"/>
                    <a:pt x="0" y="725"/>
                  </a:cubicBezTo>
                  <a:cubicBezTo>
                    <a:pt x="0" y="1116"/>
                    <a:pt x="335" y="1450"/>
                    <a:pt x="725" y="1450"/>
                  </a:cubicBezTo>
                  <a:cubicBezTo>
                    <a:pt x="1115" y="1450"/>
                    <a:pt x="1450" y="1116"/>
                    <a:pt x="1450" y="725"/>
                  </a:cubicBezTo>
                  <a:cubicBezTo>
                    <a:pt x="1450" y="335"/>
                    <a:pt x="1115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8108775" y="4567725"/>
              <a:ext cx="36950" cy="36275"/>
            </a:xfrm>
            <a:custGeom>
              <a:rect b="b" l="l" r="r" t="t"/>
              <a:pathLst>
                <a:path extrusionOk="0" h="1451" w="1478">
                  <a:moveTo>
                    <a:pt x="725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25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1"/>
            <p:cNvSpPr/>
            <p:nvPr/>
          </p:nvSpPr>
          <p:spPr>
            <a:xfrm>
              <a:off x="8214000" y="4567725"/>
              <a:ext cx="36975" cy="36275"/>
            </a:xfrm>
            <a:custGeom>
              <a:rect b="b" l="l" r="r" t="t"/>
              <a:pathLst>
                <a:path extrusionOk="0" h="1451" w="1479">
                  <a:moveTo>
                    <a:pt x="753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53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8319225" y="4567725"/>
              <a:ext cx="36975" cy="36275"/>
            </a:xfrm>
            <a:custGeom>
              <a:rect b="b" l="l" r="r" t="t"/>
              <a:pathLst>
                <a:path extrusionOk="0" h="1451" w="1479">
                  <a:moveTo>
                    <a:pt x="754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54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" name="Google Shape;264;p21"/>
          <p:cNvGrpSpPr/>
          <p:nvPr/>
        </p:nvGrpSpPr>
        <p:grpSpPr>
          <a:xfrm flipH="1">
            <a:off x="6909561" y="539506"/>
            <a:ext cx="1341803" cy="289320"/>
            <a:chOff x="7774275" y="4478525"/>
            <a:chExt cx="581925" cy="125475"/>
          </a:xfrm>
        </p:grpSpPr>
        <p:sp>
          <p:nvSpPr>
            <p:cNvPr id="265" name="Google Shape;265;p21"/>
            <p:cNvSpPr/>
            <p:nvPr/>
          </p:nvSpPr>
          <p:spPr>
            <a:xfrm>
              <a:off x="7774275" y="4478525"/>
              <a:ext cx="36250" cy="36950"/>
            </a:xfrm>
            <a:custGeom>
              <a:rect b="b" l="l" r="r" t="t"/>
              <a:pathLst>
                <a:path extrusionOk="0" h="1478" w="1450">
                  <a:moveTo>
                    <a:pt x="725" y="1"/>
                  </a:moveTo>
                  <a:cubicBezTo>
                    <a:pt x="335" y="1"/>
                    <a:pt x="0" y="335"/>
                    <a:pt x="0" y="753"/>
                  </a:cubicBezTo>
                  <a:cubicBezTo>
                    <a:pt x="0" y="1143"/>
                    <a:pt x="335" y="1478"/>
                    <a:pt x="725" y="1478"/>
                  </a:cubicBezTo>
                  <a:cubicBezTo>
                    <a:pt x="1143" y="1478"/>
                    <a:pt x="1450" y="1143"/>
                    <a:pt x="1450" y="753"/>
                  </a:cubicBezTo>
                  <a:cubicBezTo>
                    <a:pt x="1450" y="335"/>
                    <a:pt x="1143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1"/>
            <p:cNvSpPr/>
            <p:nvPr/>
          </p:nvSpPr>
          <p:spPr>
            <a:xfrm>
              <a:off x="7879500" y="4478525"/>
              <a:ext cx="36975" cy="36950"/>
            </a:xfrm>
            <a:custGeom>
              <a:rect b="b" l="l" r="r" t="t"/>
              <a:pathLst>
                <a:path extrusionOk="0" h="1478" w="1479">
                  <a:moveTo>
                    <a:pt x="725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25" y="1478"/>
                  </a:cubicBezTo>
                  <a:cubicBezTo>
                    <a:pt x="1144" y="1478"/>
                    <a:pt x="1478" y="1143"/>
                    <a:pt x="1478" y="753"/>
                  </a:cubicBezTo>
                  <a:cubicBezTo>
                    <a:pt x="1478" y="335"/>
                    <a:pt x="1144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1"/>
            <p:cNvSpPr/>
            <p:nvPr/>
          </p:nvSpPr>
          <p:spPr>
            <a:xfrm>
              <a:off x="7985425" y="4478525"/>
              <a:ext cx="36275" cy="36950"/>
            </a:xfrm>
            <a:custGeom>
              <a:rect b="b" l="l" r="r" t="t"/>
              <a:pathLst>
                <a:path extrusionOk="0" h="1478" w="1451">
                  <a:moveTo>
                    <a:pt x="725" y="1"/>
                  </a:moveTo>
                  <a:cubicBezTo>
                    <a:pt x="307" y="1"/>
                    <a:pt x="1" y="335"/>
                    <a:pt x="1" y="753"/>
                  </a:cubicBezTo>
                  <a:cubicBezTo>
                    <a:pt x="1" y="1143"/>
                    <a:pt x="307" y="1478"/>
                    <a:pt x="725" y="1478"/>
                  </a:cubicBezTo>
                  <a:cubicBezTo>
                    <a:pt x="1116" y="1478"/>
                    <a:pt x="1450" y="1143"/>
                    <a:pt x="1450" y="753"/>
                  </a:cubicBezTo>
                  <a:cubicBezTo>
                    <a:pt x="1450" y="335"/>
                    <a:pt x="1116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1"/>
            <p:cNvSpPr/>
            <p:nvPr/>
          </p:nvSpPr>
          <p:spPr>
            <a:xfrm>
              <a:off x="8090650" y="4478525"/>
              <a:ext cx="36275" cy="36950"/>
            </a:xfrm>
            <a:custGeom>
              <a:rect b="b" l="l" r="r" t="t"/>
              <a:pathLst>
                <a:path extrusionOk="0" h="1478" w="1451">
                  <a:moveTo>
                    <a:pt x="726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26" y="1478"/>
                  </a:cubicBezTo>
                  <a:cubicBezTo>
                    <a:pt x="1116" y="1478"/>
                    <a:pt x="1450" y="1143"/>
                    <a:pt x="1450" y="753"/>
                  </a:cubicBezTo>
                  <a:cubicBezTo>
                    <a:pt x="1450" y="335"/>
                    <a:pt x="1116" y="1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1"/>
            <p:cNvSpPr/>
            <p:nvPr/>
          </p:nvSpPr>
          <p:spPr>
            <a:xfrm>
              <a:off x="8196575" y="4478525"/>
              <a:ext cx="36975" cy="36950"/>
            </a:xfrm>
            <a:custGeom>
              <a:rect b="b" l="l" r="r" t="t"/>
              <a:pathLst>
                <a:path extrusionOk="0" h="1478" w="1479">
                  <a:moveTo>
                    <a:pt x="754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54" y="1478"/>
                  </a:cubicBezTo>
                  <a:cubicBezTo>
                    <a:pt x="1144" y="1478"/>
                    <a:pt x="1478" y="1143"/>
                    <a:pt x="1478" y="753"/>
                  </a:cubicBezTo>
                  <a:cubicBezTo>
                    <a:pt x="1478" y="335"/>
                    <a:pt x="1144" y="1"/>
                    <a:pt x="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7898325" y="4567725"/>
              <a:ext cx="36250" cy="36275"/>
            </a:xfrm>
            <a:custGeom>
              <a:rect b="b" l="l" r="r" t="t"/>
              <a:pathLst>
                <a:path extrusionOk="0" h="1451" w="1450">
                  <a:moveTo>
                    <a:pt x="725" y="1"/>
                  </a:moveTo>
                  <a:cubicBezTo>
                    <a:pt x="307" y="1"/>
                    <a:pt x="0" y="335"/>
                    <a:pt x="0" y="725"/>
                  </a:cubicBezTo>
                  <a:cubicBezTo>
                    <a:pt x="0" y="1116"/>
                    <a:pt x="307" y="1450"/>
                    <a:pt x="725" y="1450"/>
                  </a:cubicBezTo>
                  <a:cubicBezTo>
                    <a:pt x="1115" y="1450"/>
                    <a:pt x="1450" y="1116"/>
                    <a:pt x="1450" y="725"/>
                  </a:cubicBezTo>
                  <a:cubicBezTo>
                    <a:pt x="1450" y="335"/>
                    <a:pt x="1115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1"/>
            <p:cNvSpPr/>
            <p:nvPr/>
          </p:nvSpPr>
          <p:spPr>
            <a:xfrm>
              <a:off x="8003550" y="4567725"/>
              <a:ext cx="36250" cy="36275"/>
            </a:xfrm>
            <a:custGeom>
              <a:rect b="b" l="l" r="r" t="t"/>
              <a:pathLst>
                <a:path extrusionOk="0" h="1451" w="1450">
                  <a:moveTo>
                    <a:pt x="725" y="1"/>
                  </a:moveTo>
                  <a:cubicBezTo>
                    <a:pt x="335" y="1"/>
                    <a:pt x="0" y="335"/>
                    <a:pt x="0" y="725"/>
                  </a:cubicBezTo>
                  <a:cubicBezTo>
                    <a:pt x="0" y="1116"/>
                    <a:pt x="335" y="1450"/>
                    <a:pt x="725" y="1450"/>
                  </a:cubicBezTo>
                  <a:cubicBezTo>
                    <a:pt x="1115" y="1450"/>
                    <a:pt x="1450" y="1116"/>
                    <a:pt x="1450" y="725"/>
                  </a:cubicBezTo>
                  <a:cubicBezTo>
                    <a:pt x="1450" y="335"/>
                    <a:pt x="1115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1"/>
            <p:cNvSpPr/>
            <p:nvPr/>
          </p:nvSpPr>
          <p:spPr>
            <a:xfrm>
              <a:off x="8108775" y="4567725"/>
              <a:ext cx="36950" cy="36275"/>
            </a:xfrm>
            <a:custGeom>
              <a:rect b="b" l="l" r="r" t="t"/>
              <a:pathLst>
                <a:path extrusionOk="0" h="1451" w="1478">
                  <a:moveTo>
                    <a:pt x="725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25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1"/>
            <p:cNvSpPr/>
            <p:nvPr/>
          </p:nvSpPr>
          <p:spPr>
            <a:xfrm>
              <a:off x="8214000" y="4567725"/>
              <a:ext cx="36975" cy="36275"/>
            </a:xfrm>
            <a:custGeom>
              <a:rect b="b" l="l" r="r" t="t"/>
              <a:pathLst>
                <a:path extrusionOk="0" h="1451" w="1479">
                  <a:moveTo>
                    <a:pt x="753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53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1"/>
            <p:cNvSpPr/>
            <p:nvPr/>
          </p:nvSpPr>
          <p:spPr>
            <a:xfrm>
              <a:off x="8319225" y="4567725"/>
              <a:ext cx="36975" cy="36275"/>
            </a:xfrm>
            <a:custGeom>
              <a:rect b="b" l="l" r="r" t="t"/>
              <a:pathLst>
                <a:path extrusionOk="0" h="1451" w="1479">
                  <a:moveTo>
                    <a:pt x="754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54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 and text (g3fb4aa7ddab_7_0)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b4aa7ddab_0_595"/>
          <p:cNvSpPr txBox="1"/>
          <p:nvPr>
            <p:ph type="title"/>
          </p:nvPr>
        </p:nvSpPr>
        <p:spPr>
          <a:xfrm>
            <a:off x="720000" y="1512938"/>
            <a:ext cx="3740100" cy="223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7" name="Google Shape;277;g3fb4aa7ddab_0_595"/>
          <p:cNvSpPr txBox="1"/>
          <p:nvPr>
            <p:ph idx="1" type="subTitle"/>
          </p:nvPr>
        </p:nvSpPr>
        <p:spPr>
          <a:xfrm>
            <a:off x="720000" y="3599663"/>
            <a:ext cx="37401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g3fb4aa7ddab_0_595"/>
          <p:cNvSpPr/>
          <p:nvPr>
            <p:ph idx="2" type="pic"/>
          </p:nvPr>
        </p:nvSpPr>
        <p:spPr>
          <a:xfrm>
            <a:off x="4688825" y="539500"/>
            <a:ext cx="3686700" cy="4069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Table of contents (g3fb4aa7ddab_17_0)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b4aa7ddab_0_1277"/>
          <p:cNvSpPr txBox="1"/>
          <p:nvPr>
            <p:ph type="title"/>
          </p:nvPr>
        </p:nvSpPr>
        <p:spPr>
          <a:xfrm>
            <a:off x="720000" y="445025"/>
            <a:ext cx="77040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1" name="Google Shape;281;g3fb4aa7ddab_0_1277"/>
          <p:cNvSpPr txBox="1"/>
          <p:nvPr>
            <p:ph idx="1" type="subTitle"/>
          </p:nvPr>
        </p:nvSpPr>
        <p:spPr>
          <a:xfrm>
            <a:off x="830862" y="2269375"/>
            <a:ext cx="2770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g3fb4aa7ddab_0_1277"/>
          <p:cNvSpPr txBox="1"/>
          <p:nvPr>
            <p:ph idx="2" type="subTitle"/>
          </p:nvPr>
        </p:nvSpPr>
        <p:spPr>
          <a:xfrm>
            <a:off x="5542638" y="2269375"/>
            <a:ext cx="2770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g3fb4aa7ddab_0_1277"/>
          <p:cNvSpPr txBox="1"/>
          <p:nvPr>
            <p:ph idx="3" type="subTitle"/>
          </p:nvPr>
        </p:nvSpPr>
        <p:spPr>
          <a:xfrm>
            <a:off x="830862" y="4007575"/>
            <a:ext cx="2770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g3fb4aa7ddab_0_1277"/>
          <p:cNvSpPr txBox="1"/>
          <p:nvPr>
            <p:ph idx="4" type="subTitle"/>
          </p:nvPr>
        </p:nvSpPr>
        <p:spPr>
          <a:xfrm>
            <a:off x="5542638" y="4007575"/>
            <a:ext cx="2770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g3fb4aa7ddab_0_1277"/>
          <p:cNvSpPr txBox="1"/>
          <p:nvPr>
            <p:ph idx="5" type="title"/>
          </p:nvPr>
        </p:nvSpPr>
        <p:spPr>
          <a:xfrm>
            <a:off x="1616562" y="1387907"/>
            <a:ext cx="1199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6" name="Google Shape;286;g3fb4aa7ddab_0_1277"/>
          <p:cNvSpPr txBox="1"/>
          <p:nvPr>
            <p:ph idx="6" type="title"/>
          </p:nvPr>
        </p:nvSpPr>
        <p:spPr>
          <a:xfrm>
            <a:off x="1616562" y="3126128"/>
            <a:ext cx="1199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7" name="Google Shape;287;g3fb4aa7ddab_0_1277"/>
          <p:cNvSpPr txBox="1"/>
          <p:nvPr>
            <p:ph idx="7" type="title"/>
          </p:nvPr>
        </p:nvSpPr>
        <p:spPr>
          <a:xfrm>
            <a:off x="6328338" y="1387907"/>
            <a:ext cx="1199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8" name="Google Shape;288;g3fb4aa7ddab_0_1277"/>
          <p:cNvSpPr txBox="1"/>
          <p:nvPr>
            <p:ph idx="8" type="title"/>
          </p:nvPr>
        </p:nvSpPr>
        <p:spPr>
          <a:xfrm>
            <a:off x="6328338" y="3126128"/>
            <a:ext cx="1199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9" name="Google Shape;289;g3fb4aa7ddab_0_1277"/>
          <p:cNvSpPr txBox="1"/>
          <p:nvPr>
            <p:ph idx="9" type="subTitle"/>
          </p:nvPr>
        </p:nvSpPr>
        <p:spPr>
          <a:xfrm>
            <a:off x="830862" y="1980375"/>
            <a:ext cx="27705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0" name="Google Shape;290;g3fb4aa7ddab_0_1277"/>
          <p:cNvSpPr txBox="1"/>
          <p:nvPr>
            <p:ph idx="13" type="subTitle"/>
          </p:nvPr>
        </p:nvSpPr>
        <p:spPr>
          <a:xfrm>
            <a:off x="5542638" y="1980375"/>
            <a:ext cx="27705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1" name="Google Shape;291;g3fb4aa7ddab_0_1277"/>
          <p:cNvSpPr txBox="1"/>
          <p:nvPr>
            <p:ph idx="14" type="subTitle"/>
          </p:nvPr>
        </p:nvSpPr>
        <p:spPr>
          <a:xfrm>
            <a:off x="830862" y="3718650"/>
            <a:ext cx="27705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2" name="Google Shape;292;g3fb4aa7ddab_0_1277"/>
          <p:cNvSpPr txBox="1"/>
          <p:nvPr>
            <p:ph idx="15" type="subTitle"/>
          </p:nvPr>
        </p:nvSpPr>
        <p:spPr>
          <a:xfrm>
            <a:off x="5542638" y="3718650"/>
            <a:ext cx="27705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 and text (g3fb4aa7ddab_24_0)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b4aa7ddab_0_1898"/>
          <p:cNvSpPr txBox="1"/>
          <p:nvPr>
            <p:ph type="title"/>
          </p:nvPr>
        </p:nvSpPr>
        <p:spPr>
          <a:xfrm>
            <a:off x="720000" y="1512938"/>
            <a:ext cx="3740100" cy="223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5" name="Google Shape;295;g3fb4aa7ddab_0_1898"/>
          <p:cNvSpPr txBox="1"/>
          <p:nvPr>
            <p:ph idx="1" type="subTitle"/>
          </p:nvPr>
        </p:nvSpPr>
        <p:spPr>
          <a:xfrm>
            <a:off x="720000" y="3599663"/>
            <a:ext cx="37401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g3fb4aa7ddab_0_1898"/>
          <p:cNvSpPr/>
          <p:nvPr>
            <p:ph idx="2" type="pic"/>
          </p:nvPr>
        </p:nvSpPr>
        <p:spPr>
          <a:xfrm>
            <a:off x="4688825" y="539500"/>
            <a:ext cx="3686700" cy="4069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 and text (g3fb4aa7ddab_31_0)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b4aa7ddab_0_2549"/>
          <p:cNvSpPr txBox="1"/>
          <p:nvPr>
            <p:ph type="title"/>
          </p:nvPr>
        </p:nvSpPr>
        <p:spPr>
          <a:xfrm>
            <a:off x="720000" y="1512938"/>
            <a:ext cx="3740100" cy="223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9" name="Google Shape;299;g3fb4aa7ddab_0_2549"/>
          <p:cNvSpPr txBox="1"/>
          <p:nvPr>
            <p:ph idx="1" type="subTitle"/>
          </p:nvPr>
        </p:nvSpPr>
        <p:spPr>
          <a:xfrm>
            <a:off x="720000" y="3599663"/>
            <a:ext cx="37401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g3fb4aa7ddab_0_2549"/>
          <p:cNvSpPr/>
          <p:nvPr>
            <p:ph idx="2" type="pic"/>
          </p:nvPr>
        </p:nvSpPr>
        <p:spPr>
          <a:xfrm>
            <a:off x="4688825" y="539500"/>
            <a:ext cx="3686700" cy="4069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 and text (g3fb4aa7ddab_38_0)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b4aa7ddab_0_3196"/>
          <p:cNvSpPr txBox="1"/>
          <p:nvPr>
            <p:ph type="title"/>
          </p:nvPr>
        </p:nvSpPr>
        <p:spPr>
          <a:xfrm>
            <a:off x="720000" y="1512938"/>
            <a:ext cx="3740100" cy="223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3" name="Google Shape;303;g3fb4aa7ddab_0_3196"/>
          <p:cNvSpPr txBox="1"/>
          <p:nvPr>
            <p:ph idx="1" type="subTitle"/>
          </p:nvPr>
        </p:nvSpPr>
        <p:spPr>
          <a:xfrm>
            <a:off x="720000" y="3599663"/>
            <a:ext cx="37401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g3fb4aa7ddab_0_3196"/>
          <p:cNvSpPr/>
          <p:nvPr>
            <p:ph idx="2" type="pic"/>
          </p:nvPr>
        </p:nvSpPr>
        <p:spPr>
          <a:xfrm>
            <a:off x="4688825" y="539500"/>
            <a:ext cx="3686700" cy="4069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Title and text (g3fb4aa7ddab_66_0)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b4aa7ddab_0_5872"/>
          <p:cNvSpPr txBox="1"/>
          <p:nvPr>
            <p:ph type="title"/>
          </p:nvPr>
        </p:nvSpPr>
        <p:spPr>
          <a:xfrm>
            <a:off x="720000" y="1512938"/>
            <a:ext cx="3740100" cy="223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7" name="Google Shape;307;g3fb4aa7ddab_0_5872"/>
          <p:cNvSpPr txBox="1"/>
          <p:nvPr>
            <p:ph idx="1" type="subTitle"/>
          </p:nvPr>
        </p:nvSpPr>
        <p:spPr>
          <a:xfrm>
            <a:off x="720000" y="3599663"/>
            <a:ext cx="37401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g3fb4aa7ddab_0_5872"/>
          <p:cNvSpPr/>
          <p:nvPr>
            <p:ph idx="2" type="pic"/>
          </p:nvPr>
        </p:nvSpPr>
        <p:spPr>
          <a:xfrm>
            <a:off x="4688825" y="539500"/>
            <a:ext cx="3686700" cy="4069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Title and three columns (g3fb4aa7ddab_73_0)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b4aa7ddab_0_6611"/>
          <p:cNvSpPr txBox="1"/>
          <p:nvPr>
            <p:ph type="title"/>
          </p:nvPr>
        </p:nvSpPr>
        <p:spPr>
          <a:xfrm>
            <a:off x="1862600" y="445025"/>
            <a:ext cx="5418900" cy="13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1" name="Google Shape;311;g3fb4aa7ddab_0_6611"/>
          <p:cNvSpPr txBox="1"/>
          <p:nvPr>
            <p:ph idx="1" type="subTitle"/>
          </p:nvPr>
        </p:nvSpPr>
        <p:spPr>
          <a:xfrm>
            <a:off x="855588" y="3199902"/>
            <a:ext cx="2339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g3fb4aa7ddab_0_6611"/>
          <p:cNvSpPr txBox="1"/>
          <p:nvPr>
            <p:ph idx="2" type="subTitle"/>
          </p:nvPr>
        </p:nvSpPr>
        <p:spPr>
          <a:xfrm>
            <a:off x="3402302" y="3199902"/>
            <a:ext cx="2339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g3fb4aa7ddab_0_6611"/>
          <p:cNvSpPr txBox="1"/>
          <p:nvPr>
            <p:ph idx="3" type="subTitle"/>
          </p:nvPr>
        </p:nvSpPr>
        <p:spPr>
          <a:xfrm>
            <a:off x="5949012" y="3199902"/>
            <a:ext cx="2339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g3fb4aa7ddab_0_6611"/>
          <p:cNvSpPr txBox="1"/>
          <p:nvPr>
            <p:ph idx="4" type="subTitle"/>
          </p:nvPr>
        </p:nvSpPr>
        <p:spPr>
          <a:xfrm>
            <a:off x="855588" y="2828375"/>
            <a:ext cx="2339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5" name="Google Shape;315;g3fb4aa7ddab_0_6611"/>
          <p:cNvSpPr txBox="1"/>
          <p:nvPr>
            <p:ph idx="5" type="subTitle"/>
          </p:nvPr>
        </p:nvSpPr>
        <p:spPr>
          <a:xfrm>
            <a:off x="3402302" y="2828375"/>
            <a:ext cx="2339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6" name="Google Shape;316;g3fb4aa7ddab_0_6611"/>
          <p:cNvSpPr txBox="1"/>
          <p:nvPr>
            <p:ph idx="6" type="subTitle"/>
          </p:nvPr>
        </p:nvSpPr>
        <p:spPr>
          <a:xfrm>
            <a:off x="5949012" y="2828375"/>
            <a:ext cx="23394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713225" y="445025"/>
            <a:ext cx="77175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Black"/>
              <a:buNone/>
              <a:defRPr b="0" i="0" sz="35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Black"/>
              <a:buNone/>
              <a:defRPr b="0" i="0" sz="35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Black"/>
              <a:buNone/>
              <a:defRPr b="0" i="0" sz="35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Black"/>
              <a:buNone/>
              <a:defRPr b="0" i="0" sz="35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Black"/>
              <a:buNone/>
              <a:defRPr b="0" i="0" sz="35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Black"/>
              <a:buNone/>
              <a:defRPr b="0" i="0" sz="35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Black"/>
              <a:buNone/>
              <a:defRPr b="0" i="0" sz="35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Black"/>
              <a:buNone/>
              <a:defRPr b="0" i="0" sz="35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Black"/>
              <a:buNone/>
              <a:defRPr b="0" i="0" sz="3500" u="none" cap="none" strike="noStrik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, company name&#10;&#10;Description automatically generated" id="321" name="Google Shape;3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2140" y="0"/>
            <a:ext cx="1867872" cy="1726749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"/>
          <p:cNvSpPr txBox="1"/>
          <p:nvPr>
            <p:ph type="ctrTitle"/>
          </p:nvPr>
        </p:nvSpPr>
        <p:spPr>
          <a:xfrm>
            <a:off x="666045" y="1854861"/>
            <a:ext cx="7500062" cy="75443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ar-SA" sz="44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برنامج ادارة محلات المجوهرات</a:t>
            </a:r>
            <a:endParaRPr sz="44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p1"/>
          <p:cNvGrpSpPr/>
          <p:nvPr/>
        </p:nvGrpSpPr>
        <p:grpSpPr>
          <a:xfrm>
            <a:off x="6909561" y="4314506"/>
            <a:ext cx="1341803" cy="289320"/>
            <a:chOff x="7774275" y="4478525"/>
            <a:chExt cx="581925" cy="125475"/>
          </a:xfrm>
        </p:grpSpPr>
        <p:sp>
          <p:nvSpPr>
            <p:cNvPr id="324" name="Google Shape;324;p1"/>
            <p:cNvSpPr/>
            <p:nvPr/>
          </p:nvSpPr>
          <p:spPr>
            <a:xfrm>
              <a:off x="7774275" y="4478525"/>
              <a:ext cx="36250" cy="36950"/>
            </a:xfrm>
            <a:custGeom>
              <a:rect b="b" l="l" r="r" t="t"/>
              <a:pathLst>
                <a:path extrusionOk="0" h="1478" w="1450">
                  <a:moveTo>
                    <a:pt x="725" y="1"/>
                  </a:moveTo>
                  <a:cubicBezTo>
                    <a:pt x="335" y="1"/>
                    <a:pt x="0" y="335"/>
                    <a:pt x="0" y="753"/>
                  </a:cubicBezTo>
                  <a:cubicBezTo>
                    <a:pt x="0" y="1143"/>
                    <a:pt x="335" y="1478"/>
                    <a:pt x="725" y="1478"/>
                  </a:cubicBezTo>
                  <a:cubicBezTo>
                    <a:pt x="1143" y="1478"/>
                    <a:pt x="1450" y="1143"/>
                    <a:pt x="1450" y="753"/>
                  </a:cubicBezTo>
                  <a:cubicBezTo>
                    <a:pt x="1450" y="335"/>
                    <a:pt x="1143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"/>
            <p:cNvSpPr/>
            <p:nvPr/>
          </p:nvSpPr>
          <p:spPr>
            <a:xfrm>
              <a:off x="7879500" y="4478525"/>
              <a:ext cx="36975" cy="36950"/>
            </a:xfrm>
            <a:custGeom>
              <a:rect b="b" l="l" r="r" t="t"/>
              <a:pathLst>
                <a:path extrusionOk="0" h="1478" w="1479">
                  <a:moveTo>
                    <a:pt x="725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25" y="1478"/>
                  </a:cubicBezTo>
                  <a:cubicBezTo>
                    <a:pt x="1144" y="1478"/>
                    <a:pt x="1478" y="1143"/>
                    <a:pt x="1478" y="753"/>
                  </a:cubicBezTo>
                  <a:cubicBezTo>
                    <a:pt x="1478" y="335"/>
                    <a:pt x="1144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"/>
            <p:cNvSpPr/>
            <p:nvPr/>
          </p:nvSpPr>
          <p:spPr>
            <a:xfrm>
              <a:off x="7985425" y="4478525"/>
              <a:ext cx="36275" cy="36950"/>
            </a:xfrm>
            <a:custGeom>
              <a:rect b="b" l="l" r="r" t="t"/>
              <a:pathLst>
                <a:path extrusionOk="0" h="1478" w="1451">
                  <a:moveTo>
                    <a:pt x="725" y="1"/>
                  </a:moveTo>
                  <a:cubicBezTo>
                    <a:pt x="307" y="1"/>
                    <a:pt x="1" y="335"/>
                    <a:pt x="1" y="753"/>
                  </a:cubicBezTo>
                  <a:cubicBezTo>
                    <a:pt x="1" y="1143"/>
                    <a:pt x="307" y="1478"/>
                    <a:pt x="725" y="1478"/>
                  </a:cubicBezTo>
                  <a:cubicBezTo>
                    <a:pt x="1116" y="1478"/>
                    <a:pt x="1450" y="1143"/>
                    <a:pt x="1450" y="753"/>
                  </a:cubicBezTo>
                  <a:cubicBezTo>
                    <a:pt x="1450" y="335"/>
                    <a:pt x="1116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"/>
            <p:cNvSpPr/>
            <p:nvPr/>
          </p:nvSpPr>
          <p:spPr>
            <a:xfrm>
              <a:off x="8090650" y="4478525"/>
              <a:ext cx="36275" cy="36950"/>
            </a:xfrm>
            <a:custGeom>
              <a:rect b="b" l="l" r="r" t="t"/>
              <a:pathLst>
                <a:path extrusionOk="0" h="1478" w="1451">
                  <a:moveTo>
                    <a:pt x="726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26" y="1478"/>
                  </a:cubicBezTo>
                  <a:cubicBezTo>
                    <a:pt x="1116" y="1478"/>
                    <a:pt x="1450" y="1143"/>
                    <a:pt x="1450" y="753"/>
                  </a:cubicBezTo>
                  <a:cubicBezTo>
                    <a:pt x="1450" y="335"/>
                    <a:pt x="1116" y="1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"/>
            <p:cNvSpPr/>
            <p:nvPr/>
          </p:nvSpPr>
          <p:spPr>
            <a:xfrm>
              <a:off x="8196575" y="4478525"/>
              <a:ext cx="36975" cy="36950"/>
            </a:xfrm>
            <a:custGeom>
              <a:rect b="b" l="l" r="r" t="t"/>
              <a:pathLst>
                <a:path extrusionOk="0" h="1478" w="1479">
                  <a:moveTo>
                    <a:pt x="754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54" y="1478"/>
                  </a:cubicBezTo>
                  <a:cubicBezTo>
                    <a:pt x="1144" y="1478"/>
                    <a:pt x="1478" y="1143"/>
                    <a:pt x="1478" y="753"/>
                  </a:cubicBezTo>
                  <a:cubicBezTo>
                    <a:pt x="1478" y="335"/>
                    <a:pt x="1144" y="1"/>
                    <a:pt x="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"/>
            <p:cNvSpPr/>
            <p:nvPr/>
          </p:nvSpPr>
          <p:spPr>
            <a:xfrm>
              <a:off x="7898325" y="4567725"/>
              <a:ext cx="36250" cy="36275"/>
            </a:xfrm>
            <a:custGeom>
              <a:rect b="b" l="l" r="r" t="t"/>
              <a:pathLst>
                <a:path extrusionOk="0" h="1451" w="1450">
                  <a:moveTo>
                    <a:pt x="725" y="1"/>
                  </a:moveTo>
                  <a:cubicBezTo>
                    <a:pt x="307" y="1"/>
                    <a:pt x="0" y="335"/>
                    <a:pt x="0" y="725"/>
                  </a:cubicBezTo>
                  <a:cubicBezTo>
                    <a:pt x="0" y="1116"/>
                    <a:pt x="307" y="1450"/>
                    <a:pt x="725" y="1450"/>
                  </a:cubicBezTo>
                  <a:cubicBezTo>
                    <a:pt x="1115" y="1450"/>
                    <a:pt x="1450" y="1116"/>
                    <a:pt x="1450" y="725"/>
                  </a:cubicBezTo>
                  <a:cubicBezTo>
                    <a:pt x="1450" y="335"/>
                    <a:pt x="1115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"/>
            <p:cNvSpPr/>
            <p:nvPr/>
          </p:nvSpPr>
          <p:spPr>
            <a:xfrm>
              <a:off x="8003550" y="4567725"/>
              <a:ext cx="36250" cy="36275"/>
            </a:xfrm>
            <a:custGeom>
              <a:rect b="b" l="l" r="r" t="t"/>
              <a:pathLst>
                <a:path extrusionOk="0" h="1451" w="1450">
                  <a:moveTo>
                    <a:pt x="725" y="1"/>
                  </a:moveTo>
                  <a:cubicBezTo>
                    <a:pt x="335" y="1"/>
                    <a:pt x="0" y="335"/>
                    <a:pt x="0" y="725"/>
                  </a:cubicBezTo>
                  <a:cubicBezTo>
                    <a:pt x="0" y="1116"/>
                    <a:pt x="335" y="1450"/>
                    <a:pt x="725" y="1450"/>
                  </a:cubicBezTo>
                  <a:cubicBezTo>
                    <a:pt x="1115" y="1450"/>
                    <a:pt x="1450" y="1116"/>
                    <a:pt x="1450" y="725"/>
                  </a:cubicBezTo>
                  <a:cubicBezTo>
                    <a:pt x="1450" y="335"/>
                    <a:pt x="1115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"/>
            <p:cNvSpPr/>
            <p:nvPr/>
          </p:nvSpPr>
          <p:spPr>
            <a:xfrm>
              <a:off x="8108775" y="4567725"/>
              <a:ext cx="36950" cy="36275"/>
            </a:xfrm>
            <a:custGeom>
              <a:rect b="b" l="l" r="r" t="t"/>
              <a:pathLst>
                <a:path extrusionOk="0" h="1451" w="1478">
                  <a:moveTo>
                    <a:pt x="725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25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"/>
            <p:cNvSpPr/>
            <p:nvPr/>
          </p:nvSpPr>
          <p:spPr>
            <a:xfrm>
              <a:off x="8214000" y="4567725"/>
              <a:ext cx="36975" cy="36275"/>
            </a:xfrm>
            <a:custGeom>
              <a:rect b="b" l="l" r="r" t="t"/>
              <a:pathLst>
                <a:path extrusionOk="0" h="1451" w="1479">
                  <a:moveTo>
                    <a:pt x="753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53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"/>
            <p:cNvSpPr/>
            <p:nvPr/>
          </p:nvSpPr>
          <p:spPr>
            <a:xfrm>
              <a:off x="8319225" y="4567725"/>
              <a:ext cx="36975" cy="36275"/>
            </a:xfrm>
            <a:custGeom>
              <a:rect b="b" l="l" r="r" t="t"/>
              <a:pathLst>
                <a:path extrusionOk="0" h="1451" w="1479">
                  <a:moveTo>
                    <a:pt x="754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54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4" name="Google Shape;334;p1"/>
          <p:cNvGrpSpPr/>
          <p:nvPr/>
        </p:nvGrpSpPr>
        <p:grpSpPr>
          <a:xfrm>
            <a:off x="986336" y="330297"/>
            <a:ext cx="1341803" cy="289320"/>
            <a:chOff x="7774275" y="4478525"/>
            <a:chExt cx="581925" cy="125475"/>
          </a:xfrm>
        </p:grpSpPr>
        <p:sp>
          <p:nvSpPr>
            <p:cNvPr id="335" name="Google Shape;335;p1"/>
            <p:cNvSpPr/>
            <p:nvPr/>
          </p:nvSpPr>
          <p:spPr>
            <a:xfrm>
              <a:off x="7774275" y="4478525"/>
              <a:ext cx="36250" cy="36950"/>
            </a:xfrm>
            <a:custGeom>
              <a:rect b="b" l="l" r="r" t="t"/>
              <a:pathLst>
                <a:path extrusionOk="0" h="1478" w="1450">
                  <a:moveTo>
                    <a:pt x="725" y="1"/>
                  </a:moveTo>
                  <a:cubicBezTo>
                    <a:pt x="335" y="1"/>
                    <a:pt x="0" y="335"/>
                    <a:pt x="0" y="753"/>
                  </a:cubicBezTo>
                  <a:cubicBezTo>
                    <a:pt x="0" y="1143"/>
                    <a:pt x="335" y="1478"/>
                    <a:pt x="725" y="1478"/>
                  </a:cubicBezTo>
                  <a:cubicBezTo>
                    <a:pt x="1143" y="1478"/>
                    <a:pt x="1450" y="1143"/>
                    <a:pt x="1450" y="753"/>
                  </a:cubicBezTo>
                  <a:cubicBezTo>
                    <a:pt x="1450" y="335"/>
                    <a:pt x="1143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"/>
            <p:cNvSpPr/>
            <p:nvPr/>
          </p:nvSpPr>
          <p:spPr>
            <a:xfrm>
              <a:off x="7879500" y="4478525"/>
              <a:ext cx="36975" cy="36950"/>
            </a:xfrm>
            <a:custGeom>
              <a:rect b="b" l="l" r="r" t="t"/>
              <a:pathLst>
                <a:path extrusionOk="0" h="1478" w="1479">
                  <a:moveTo>
                    <a:pt x="725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25" y="1478"/>
                  </a:cubicBezTo>
                  <a:cubicBezTo>
                    <a:pt x="1144" y="1478"/>
                    <a:pt x="1478" y="1143"/>
                    <a:pt x="1478" y="753"/>
                  </a:cubicBezTo>
                  <a:cubicBezTo>
                    <a:pt x="1478" y="335"/>
                    <a:pt x="1144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1"/>
            <p:cNvSpPr/>
            <p:nvPr/>
          </p:nvSpPr>
          <p:spPr>
            <a:xfrm>
              <a:off x="7985425" y="4478525"/>
              <a:ext cx="36275" cy="36950"/>
            </a:xfrm>
            <a:custGeom>
              <a:rect b="b" l="l" r="r" t="t"/>
              <a:pathLst>
                <a:path extrusionOk="0" h="1478" w="1451">
                  <a:moveTo>
                    <a:pt x="725" y="1"/>
                  </a:moveTo>
                  <a:cubicBezTo>
                    <a:pt x="307" y="1"/>
                    <a:pt x="1" y="335"/>
                    <a:pt x="1" y="753"/>
                  </a:cubicBezTo>
                  <a:cubicBezTo>
                    <a:pt x="1" y="1143"/>
                    <a:pt x="307" y="1478"/>
                    <a:pt x="725" y="1478"/>
                  </a:cubicBezTo>
                  <a:cubicBezTo>
                    <a:pt x="1116" y="1478"/>
                    <a:pt x="1450" y="1143"/>
                    <a:pt x="1450" y="753"/>
                  </a:cubicBezTo>
                  <a:cubicBezTo>
                    <a:pt x="1450" y="335"/>
                    <a:pt x="1116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"/>
            <p:cNvSpPr/>
            <p:nvPr/>
          </p:nvSpPr>
          <p:spPr>
            <a:xfrm>
              <a:off x="8090650" y="4478525"/>
              <a:ext cx="36275" cy="36950"/>
            </a:xfrm>
            <a:custGeom>
              <a:rect b="b" l="l" r="r" t="t"/>
              <a:pathLst>
                <a:path extrusionOk="0" h="1478" w="1451">
                  <a:moveTo>
                    <a:pt x="726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26" y="1478"/>
                  </a:cubicBezTo>
                  <a:cubicBezTo>
                    <a:pt x="1116" y="1478"/>
                    <a:pt x="1450" y="1143"/>
                    <a:pt x="1450" y="753"/>
                  </a:cubicBezTo>
                  <a:cubicBezTo>
                    <a:pt x="1450" y="335"/>
                    <a:pt x="1116" y="1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"/>
            <p:cNvSpPr/>
            <p:nvPr/>
          </p:nvSpPr>
          <p:spPr>
            <a:xfrm>
              <a:off x="8196575" y="4478525"/>
              <a:ext cx="36975" cy="36950"/>
            </a:xfrm>
            <a:custGeom>
              <a:rect b="b" l="l" r="r" t="t"/>
              <a:pathLst>
                <a:path extrusionOk="0" h="1478" w="1479">
                  <a:moveTo>
                    <a:pt x="754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54" y="1478"/>
                  </a:cubicBezTo>
                  <a:cubicBezTo>
                    <a:pt x="1144" y="1478"/>
                    <a:pt x="1478" y="1143"/>
                    <a:pt x="1478" y="753"/>
                  </a:cubicBezTo>
                  <a:cubicBezTo>
                    <a:pt x="1478" y="335"/>
                    <a:pt x="1144" y="1"/>
                    <a:pt x="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1"/>
            <p:cNvSpPr/>
            <p:nvPr/>
          </p:nvSpPr>
          <p:spPr>
            <a:xfrm>
              <a:off x="7898325" y="4567725"/>
              <a:ext cx="36250" cy="36275"/>
            </a:xfrm>
            <a:custGeom>
              <a:rect b="b" l="l" r="r" t="t"/>
              <a:pathLst>
                <a:path extrusionOk="0" h="1451" w="1450">
                  <a:moveTo>
                    <a:pt x="725" y="1"/>
                  </a:moveTo>
                  <a:cubicBezTo>
                    <a:pt x="307" y="1"/>
                    <a:pt x="0" y="335"/>
                    <a:pt x="0" y="725"/>
                  </a:cubicBezTo>
                  <a:cubicBezTo>
                    <a:pt x="0" y="1116"/>
                    <a:pt x="307" y="1450"/>
                    <a:pt x="725" y="1450"/>
                  </a:cubicBezTo>
                  <a:cubicBezTo>
                    <a:pt x="1115" y="1450"/>
                    <a:pt x="1450" y="1116"/>
                    <a:pt x="1450" y="725"/>
                  </a:cubicBezTo>
                  <a:cubicBezTo>
                    <a:pt x="1450" y="335"/>
                    <a:pt x="1115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"/>
            <p:cNvSpPr/>
            <p:nvPr/>
          </p:nvSpPr>
          <p:spPr>
            <a:xfrm>
              <a:off x="8003550" y="4567725"/>
              <a:ext cx="36250" cy="36275"/>
            </a:xfrm>
            <a:custGeom>
              <a:rect b="b" l="l" r="r" t="t"/>
              <a:pathLst>
                <a:path extrusionOk="0" h="1451" w="1450">
                  <a:moveTo>
                    <a:pt x="725" y="1"/>
                  </a:moveTo>
                  <a:cubicBezTo>
                    <a:pt x="335" y="1"/>
                    <a:pt x="0" y="335"/>
                    <a:pt x="0" y="725"/>
                  </a:cubicBezTo>
                  <a:cubicBezTo>
                    <a:pt x="0" y="1116"/>
                    <a:pt x="335" y="1450"/>
                    <a:pt x="725" y="1450"/>
                  </a:cubicBezTo>
                  <a:cubicBezTo>
                    <a:pt x="1115" y="1450"/>
                    <a:pt x="1450" y="1116"/>
                    <a:pt x="1450" y="725"/>
                  </a:cubicBezTo>
                  <a:cubicBezTo>
                    <a:pt x="1450" y="335"/>
                    <a:pt x="1115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"/>
            <p:cNvSpPr/>
            <p:nvPr/>
          </p:nvSpPr>
          <p:spPr>
            <a:xfrm>
              <a:off x="8108775" y="4567725"/>
              <a:ext cx="36950" cy="36275"/>
            </a:xfrm>
            <a:custGeom>
              <a:rect b="b" l="l" r="r" t="t"/>
              <a:pathLst>
                <a:path extrusionOk="0" h="1451" w="1478">
                  <a:moveTo>
                    <a:pt x="725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25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"/>
            <p:cNvSpPr/>
            <p:nvPr/>
          </p:nvSpPr>
          <p:spPr>
            <a:xfrm>
              <a:off x="8214000" y="4567725"/>
              <a:ext cx="36975" cy="36275"/>
            </a:xfrm>
            <a:custGeom>
              <a:rect b="b" l="l" r="r" t="t"/>
              <a:pathLst>
                <a:path extrusionOk="0" h="1451" w="1479">
                  <a:moveTo>
                    <a:pt x="753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53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"/>
            <p:cNvSpPr/>
            <p:nvPr/>
          </p:nvSpPr>
          <p:spPr>
            <a:xfrm>
              <a:off x="8319225" y="4567725"/>
              <a:ext cx="36975" cy="36275"/>
            </a:xfrm>
            <a:custGeom>
              <a:rect b="b" l="l" r="r" t="t"/>
              <a:pathLst>
                <a:path extrusionOk="0" h="1451" w="1479">
                  <a:moveTo>
                    <a:pt x="754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54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5" name="Google Shape;345;p1"/>
          <p:cNvSpPr txBox="1"/>
          <p:nvPr/>
        </p:nvSpPr>
        <p:spPr>
          <a:xfrm>
            <a:off x="728133" y="3166114"/>
            <a:ext cx="7500062" cy="61388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 Black"/>
              <a:buNone/>
            </a:pPr>
            <a:r>
              <a:rPr b="0" i="0" lang="ar-SA" sz="2800" u="none" cap="none" strike="noStrike">
                <a:solidFill>
                  <a:srgbClr val="00206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ERP for jewellery stores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1" name="Google Shape;351;p2"/>
          <p:cNvGrpSpPr/>
          <p:nvPr/>
        </p:nvGrpSpPr>
        <p:grpSpPr>
          <a:xfrm>
            <a:off x="8732642" y="-10753"/>
            <a:ext cx="9935960" cy="5165006"/>
            <a:chOff x="-458975" y="-1"/>
            <a:chExt cx="9935960" cy="5165006"/>
          </a:xfrm>
        </p:grpSpPr>
        <p:sp>
          <p:nvSpPr>
            <p:cNvPr id="352" name="Google Shape;352;p2"/>
            <p:cNvSpPr/>
            <p:nvPr/>
          </p:nvSpPr>
          <p:spPr>
            <a:xfrm>
              <a:off x="8963865" y="1805715"/>
              <a:ext cx="513120" cy="177054"/>
            </a:xfrm>
            <a:custGeom>
              <a:rect b="b" l="l" r="r" t="t"/>
              <a:pathLst>
                <a:path extrusionOk="0" h="6099" w="17674">
                  <a:moveTo>
                    <a:pt x="11736" y="1"/>
                  </a:moveTo>
                  <a:cubicBezTo>
                    <a:pt x="11619" y="1"/>
                    <a:pt x="11474" y="28"/>
                    <a:pt x="11290" y="76"/>
                  </a:cubicBezTo>
                  <a:cubicBezTo>
                    <a:pt x="10457" y="334"/>
                    <a:pt x="9633" y="460"/>
                    <a:pt x="8808" y="460"/>
                  </a:cubicBezTo>
                  <a:cubicBezTo>
                    <a:pt x="8030" y="460"/>
                    <a:pt x="7252" y="348"/>
                    <a:pt x="6467" y="132"/>
                  </a:cubicBezTo>
                  <a:cubicBezTo>
                    <a:pt x="6226" y="57"/>
                    <a:pt x="6052" y="11"/>
                    <a:pt x="5921" y="11"/>
                  </a:cubicBezTo>
                  <a:cubicBezTo>
                    <a:pt x="5659" y="11"/>
                    <a:pt x="5566" y="197"/>
                    <a:pt x="5436" y="717"/>
                  </a:cubicBezTo>
                  <a:cubicBezTo>
                    <a:pt x="5296" y="1275"/>
                    <a:pt x="5046" y="1749"/>
                    <a:pt x="4460" y="1832"/>
                  </a:cubicBezTo>
                  <a:cubicBezTo>
                    <a:pt x="3401" y="1944"/>
                    <a:pt x="2342" y="1972"/>
                    <a:pt x="1282" y="1972"/>
                  </a:cubicBezTo>
                  <a:cubicBezTo>
                    <a:pt x="864" y="1972"/>
                    <a:pt x="474" y="2027"/>
                    <a:pt x="251" y="2390"/>
                  </a:cubicBezTo>
                  <a:cubicBezTo>
                    <a:pt x="0" y="2724"/>
                    <a:pt x="0" y="3142"/>
                    <a:pt x="251" y="3505"/>
                  </a:cubicBezTo>
                  <a:cubicBezTo>
                    <a:pt x="452" y="3807"/>
                    <a:pt x="767" y="3927"/>
                    <a:pt x="1155" y="3927"/>
                  </a:cubicBezTo>
                  <a:cubicBezTo>
                    <a:pt x="1197" y="3927"/>
                    <a:pt x="1239" y="3926"/>
                    <a:pt x="1282" y="3923"/>
                  </a:cubicBezTo>
                  <a:cubicBezTo>
                    <a:pt x="2258" y="3811"/>
                    <a:pt x="3234" y="3728"/>
                    <a:pt x="4209" y="3672"/>
                  </a:cubicBezTo>
                  <a:cubicBezTo>
                    <a:pt x="4239" y="3671"/>
                    <a:pt x="4267" y="3670"/>
                    <a:pt x="4295" y="3670"/>
                  </a:cubicBezTo>
                  <a:cubicBezTo>
                    <a:pt x="4881" y="3670"/>
                    <a:pt x="5195" y="3946"/>
                    <a:pt x="5408" y="4425"/>
                  </a:cubicBezTo>
                  <a:cubicBezTo>
                    <a:pt x="5715" y="5094"/>
                    <a:pt x="6244" y="5567"/>
                    <a:pt x="6941" y="5790"/>
                  </a:cubicBezTo>
                  <a:cubicBezTo>
                    <a:pt x="7576" y="6002"/>
                    <a:pt x="8227" y="6099"/>
                    <a:pt x="8880" y="6099"/>
                  </a:cubicBezTo>
                  <a:cubicBezTo>
                    <a:pt x="9433" y="6099"/>
                    <a:pt x="9988" y="6030"/>
                    <a:pt x="10537" y="5902"/>
                  </a:cubicBezTo>
                  <a:cubicBezTo>
                    <a:pt x="11290" y="5735"/>
                    <a:pt x="11959" y="5317"/>
                    <a:pt x="12265" y="4536"/>
                  </a:cubicBezTo>
                  <a:cubicBezTo>
                    <a:pt x="12516" y="3960"/>
                    <a:pt x="12879" y="3631"/>
                    <a:pt x="13456" y="3631"/>
                  </a:cubicBezTo>
                  <a:cubicBezTo>
                    <a:pt x="13521" y="3631"/>
                    <a:pt x="13588" y="3636"/>
                    <a:pt x="13659" y="3644"/>
                  </a:cubicBezTo>
                  <a:cubicBezTo>
                    <a:pt x="14607" y="3700"/>
                    <a:pt x="15555" y="3811"/>
                    <a:pt x="16419" y="3895"/>
                  </a:cubicBezTo>
                  <a:cubicBezTo>
                    <a:pt x="16455" y="3897"/>
                    <a:pt x="16491" y="3898"/>
                    <a:pt x="16527" y="3898"/>
                  </a:cubicBezTo>
                  <a:cubicBezTo>
                    <a:pt x="16923" y="3898"/>
                    <a:pt x="17245" y="3754"/>
                    <a:pt x="17450" y="3421"/>
                  </a:cubicBezTo>
                  <a:cubicBezTo>
                    <a:pt x="17673" y="3087"/>
                    <a:pt x="17673" y="2696"/>
                    <a:pt x="17422" y="2362"/>
                  </a:cubicBezTo>
                  <a:cubicBezTo>
                    <a:pt x="17171" y="2027"/>
                    <a:pt x="16837" y="1944"/>
                    <a:pt x="16419" y="1944"/>
                  </a:cubicBezTo>
                  <a:cubicBezTo>
                    <a:pt x="15499" y="1944"/>
                    <a:pt x="14551" y="1888"/>
                    <a:pt x="13631" y="1860"/>
                  </a:cubicBezTo>
                  <a:cubicBezTo>
                    <a:pt x="12823" y="1832"/>
                    <a:pt x="12405" y="1386"/>
                    <a:pt x="12237" y="606"/>
                  </a:cubicBezTo>
                  <a:cubicBezTo>
                    <a:pt x="12138" y="169"/>
                    <a:pt x="12025" y="1"/>
                    <a:pt x="11736" y="1"/>
                  </a:cubicBez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-458975" y="3731654"/>
              <a:ext cx="857906" cy="297308"/>
            </a:xfrm>
            <a:custGeom>
              <a:rect b="b" l="l" r="r" t="t"/>
              <a:pathLst>
                <a:path extrusionOk="0" h="6144" w="17729">
                  <a:moveTo>
                    <a:pt x="11714" y="1"/>
                  </a:moveTo>
                  <a:cubicBezTo>
                    <a:pt x="11637" y="1"/>
                    <a:pt x="11551" y="16"/>
                    <a:pt x="11457" y="48"/>
                  </a:cubicBezTo>
                  <a:cubicBezTo>
                    <a:pt x="10582" y="330"/>
                    <a:pt x="9700" y="476"/>
                    <a:pt x="8819" y="476"/>
                  </a:cubicBezTo>
                  <a:cubicBezTo>
                    <a:pt x="7958" y="476"/>
                    <a:pt x="7098" y="337"/>
                    <a:pt x="6244" y="48"/>
                  </a:cubicBezTo>
                  <a:cubicBezTo>
                    <a:pt x="6162" y="22"/>
                    <a:pt x="6088" y="10"/>
                    <a:pt x="6021" y="10"/>
                  </a:cubicBezTo>
                  <a:cubicBezTo>
                    <a:pt x="5796" y="10"/>
                    <a:pt x="5655" y="152"/>
                    <a:pt x="5547" y="410"/>
                  </a:cubicBezTo>
                  <a:cubicBezTo>
                    <a:pt x="5464" y="577"/>
                    <a:pt x="5436" y="772"/>
                    <a:pt x="5380" y="968"/>
                  </a:cubicBezTo>
                  <a:cubicBezTo>
                    <a:pt x="5185" y="1441"/>
                    <a:pt x="4878" y="1832"/>
                    <a:pt x="4349" y="1860"/>
                  </a:cubicBezTo>
                  <a:cubicBezTo>
                    <a:pt x="3345" y="1943"/>
                    <a:pt x="2314" y="1971"/>
                    <a:pt x="1255" y="1999"/>
                  </a:cubicBezTo>
                  <a:cubicBezTo>
                    <a:pt x="809" y="1999"/>
                    <a:pt x="446" y="2083"/>
                    <a:pt x="195" y="2445"/>
                  </a:cubicBezTo>
                  <a:cubicBezTo>
                    <a:pt x="0" y="2807"/>
                    <a:pt x="0" y="3198"/>
                    <a:pt x="251" y="3532"/>
                  </a:cubicBezTo>
                  <a:cubicBezTo>
                    <a:pt x="473" y="3842"/>
                    <a:pt x="747" y="3976"/>
                    <a:pt x="1088" y="3976"/>
                  </a:cubicBezTo>
                  <a:cubicBezTo>
                    <a:pt x="1176" y="3976"/>
                    <a:pt x="1269" y="3967"/>
                    <a:pt x="1366" y="3950"/>
                  </a:cubicBezTo>
                  <a:cubicBezTo>
                    <a:pt x="2230" y="3839"/>
                    <a:pt x="3122" y="3783"/>
                    <a:pt x="4014" y="3671"/>
                  </a:cubicBezTo>
                  <a:cubicBezTo>
                    <a:pt x="4101" y="3658"/>
                    <a:pt x="4184" y="3652"/>
                    <a:pt x="4263" y="3652"/>
                  </a:cubicBezTo>
                  <a:cubicBezTo>
                    <a:pt x="4843" y="3652"/>
                    <a:pt x="5218" y="4006"/>
                    <a:pt x="5464" y="4619"/>
                  </a:cubicBezTo>
                  <a:cubicBezTo>
                    <a:pt x="5742" y="5205"/>
                    <a:pt x="6244" y="5623"/>
                    <a:pt x="6857" y="5846"/>
                  </a:cubicBezTo>
                  <a:cubicBezTo>
                    <a:pt x="7485" y="6055"/>
                    <a:pt x="8121" y="6143"/>
                    <a:pt x="8766" y="6143"/>
                  </a:cubicBezTo>
                  <a:cubicBezTo>
                    <a:pt x="9240" y="6143"/>
                    <a:pt x="9719" y="6096"/>
                    <a:pt x="10203" y="6013"/>
                  </a:cubicBezTo>
                  <a:cubicBezTo>
                    <a:pt x="11262" y="5846"/>
                    <a:pt x="12014" y="5316"/>
                    <a:pt x="12433" y="4313"/>
                  </a:cubicBezTo>
                  <a:cubicBezTo>
                    <a:pt x="12564" y="3918"/>
                    <a:pt x="12894" y="3697"/>
                    <a:pt x="13306" y="3697"/>
                  </a:cubicBezTo>
                  <a:cubicBezTo>
                    <a:pt x="13331" y="3697"/>
                    <a:pt x="13355" y="3698"/>
                    <a:pt x="13380" y="3699"/>
                  </a:cubicBezTo>
                  <a:cubicBezTo>
                    <a:pt x="14384" y="3783"/>
                    <a:pt x="15415" y="3839"/>
                    <a:pt x="16419" y="3950"/>
                  </a:cubicBezTo>
                  <a:cubicBezTo>
                    <a:pt x="16510" y="3967"/>
                    <a:pt x="16599" y="3976"/>
                    <a:pt x="16686" y="3976"/>
                  </a:cubicBezTo>
                  <a:cubicBezTo>
                    <a:pt x="17019" y="3976"/>
                    <a:pt x="17306" y="3842"/>
                    <a:pt x="17506" y="3532"/>
                  </a:cubicBezTo>
                  <a:cubicBezTo>
                    <a:pt x="17729" y="3198"/>
                    <a:pt x="17729" y="2807"/>
                    <a:pt x="17506" y="2445"/>
                  </a:cubicBezTo>
                  <a:cubicBezTo>
                    <a:pt x="17227" y="2083"/>
                    <a:pt x="16865" y="1999"/>
                    <a:pt x="16419" y="1999"/>
                  </a:cubicBezTo>
                  <a:cubicBezTo>
                    <a:pt x="15332" y="1999"/>
                    <a:pt x="14300" y="1971"/>
                    <a:pt x="13241" y="1832"/>
                  </a:cubicBezTo>
                  <a:cubicBezTo>
                    <a:pt x="12572" y="1720"/>
                    <a:pt x="12377" y="1163"/>
                    <a:pt x="12237" y="577"/>
                  </a:cubicBezTo>
                  <a:cubicBezTo>
                    <a:pt x="12151" y="188"/>
                    <a:pt x="11981" y="1"/>
                    <a:pt x="117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-453604" y="4156740"/>
              <a:ext cx="852535" cy="293631"/>
            </a:xfrm>
            <a:custGeom>
              <a:rect b="b" l="l" r="r" t="t"/>
              <a:pathLst>
                <a:path extrusionOk="0" h="6068" w="17618">
                  <a:moveTo>
                    <a:pt x="11747" y="1"/>
                  </a:moveTo>
                  <a:cubicBezTo>
                    <a:pt x="11634" y="1"/>
                    <a:pt x="11494" y="26"/>
                    <a:pt x="11318" y="71"/>
                  </a:cubicBezTo>
                  <a:cubicBezTo>
                    <a:pt x="10500" y="330"/>
                    <a:pt x="9675" y="455"/>
                    <a:pt x="8850" y="455"/>
                  </a:cubicBezTo>
                  <a:cubicBezTo>
                    <a:pt x="8072" y="455"/>
                    <a:pt x="7295" y="343"/>
                    <a:pt x="6523" y="127"/>
                  </a:cubicBezTo>
                  <a:cubicBezTo>
                    <a:pt x="6273" y="53"/>
                    <a:pt x="6093" y="6"/>
                    <a:pt x="5958" y="6"/>
                  </a:cubicBezTo>
                  <a:cubicBezTo>
                    <a:pt x="5687" y="6"/>
                    <a:pt x="5594" y="192"/>
                    <a:pt x="5464" y="712"/>
                  </a:cubicBezTo>
                  <a:cubicBezTo>
                    <a:pt x="5325" y="1270"/>
                    <a:pt x="5018" y="1744"/>
                    <a:pt x="4377" y="1827"/>
                  </a:cubicBezTo>
                  <a:cubicBezTo>
                    <a:pt x="3513" y="1939"/>
                    <a:pt x="2677" y="1995"/>
                    <a:pt x="1813" y="2078"/>
                  </a:cubicBezTo>
                  <a:cubicBezTo>
                    <a:pt x="1813" y="2023"/>
                    <a:pt x="1813" y="2023"/>
                    <a:pt x="1757" y="1967"/>
                  </a:cubicBezTo>
                  <a:cubicBezTo>
                    <a:pt x="1534" y="1967"/>
                    <a:pt x="1283" y="1939"/>
                    <a:pt x="1032" y="1939"/>
                  </a:cubicBezTo>
                  <a:cubicBezTo>
                    <a:pt x="475" y="1939"/>
                    <a:pt x="1" y="2413"/>
                    <a:pt x="29" y="2942"/>
                  </a:cubicBezTo>
                  <a:cubicBezTo>
                    <a:pt x="81" y="3493"/>
                    <a:pt x="577" y="3895"/>
                    <a:pt x="1145" y="3895"/>
                  </a:cubicBezTo>
                  <a:cubicBezTo>
                    <a:pt x="1182" y="3895"/>
                    <a:pt x="1218" y="3894"/>
                    <a:pt x="1255" y="3890"/>
                  </a:cubicBezTo>
                  <a:cubicBezTo>
                    <a:pt x="2286" y="3779"/>
                    <a:pt x="3346" y="3695"/>
                    <a:pt x="4377" y="3639"/>
                  </a:cubicBezTo>
                  <a:cubicBezTo>
                    <a:pt x="4405" y="3638"/>
                    <a:pt x="4432" y="3637"/>
                    <a:pt x="4459" y="3637"/>
                  </a:cubicBezTo>
                  <a:cubicBezTo>
                    <a:pt x="4912" y="3637"/>
                    <a:pt x="5195" y="3861"/>
                    <a:pt x="5353" y="4308"/>
                  </a:cubicBezTo>
                  <a:cubicBezTo>
                    <a:pt x="5631" y="5061"/>
                    <a:pt x="6189" y="5507"/>
                    <a:pt x="6969" y="5758"/>
                  </a:cubicBezTo>
                  <a:cubicBezTo>
                    <a:pt x="7572" y="5982"/>
                    <a:pt x="8184" y="6067"/>
                    <a:pt x="8801" y="6067"/>
                  </a:cubicBezTo>
                  <a:cubicBezTo>
                    <a:pt x="9184" y="6067"/>
                    <a:pt x="9568" y="6034"/>
                    <a:pt x="9952" y="5981"/>
                  </a:cubicBezTo>
                  <a:cubicBezTo>
                    <a:pt x="11039" y="5786"/>
                    <a:pt x="11931" y="5312"/>
                    <a:pt x="12405" y="4197"/>
                  </a:cubicBezTo>
                  <a:cubicBezTo>
                    <a:pt x="12561" y="3808"/>
                    <a:pt x="12885" y="3636"/>
                    <a:pt x="13287" y="3636"/>
                  </a:cubicBezTo>
                  <a:cubicBezTo>
                    <a:pt x="13318" y="3636"/>
                    <a:pt x="13349" y="3637"/>
                    <a:pt x="13381" y="3639"/>
                  </a:cubicBezTo>
                  <a:cubicBezTo>
                    <a:pt x="14384" y="3695"/>
                    <a:pt x="15388" y="3779"/>
                    <a:pt x="16419" y="3890"/>
                  </a:cubicBezTo>
                  <a:cubicBezTo>
                    <a:pt x="16512" y="3902"/>
                    <a:pt x="16603" y="3909"/>
                    <a:pt x="16691" y="3909"/>
                  </a:cubicBezTo>
                  <a:cubicBezTo>
                    <a:pt x="17028" y="3909"/>
                    <a:pt x="17318" y="3809"/>
                    <a:pt x="17451" y="3500"/>
                  </a:cubicBezTo>
                  <a:cubicBezTo>
                    <a:pt x="17590" y="3193"/>
                    <a:pt x="17618" y="2775"/>
                    <a:pt x="17534" y="2441"/>
                  </a:cubicBezTo>
                  <a:cubicBezTo>
                    <a:pt x="17339" y="2023"/>
                    <a:pt x="16921" y="1939"/>
                    <a:pt x="16475" y="1939"/>
                  </a:cubicBezTo>
                  <a:cubicBezTo>
                    <a:pt x="16099" y="1953"/>
                    <a:pt x="15722" y="1960"/>
                    <a:pt x="15346" y="1960"/>
                  </a:cubicBezTo>
                  <a:cubicBezTo>
                    <a:pt x="14970" y="1960"/>
                    <a:pt x="14593" y="1953"/>
                    <a:pt x="14217" y="1939"/>
                  </a:cubicBezTo>
                  <a:cubicBezTo>
                    <a:pt x="12879" y="1855"/>
                    <a:pt x="12517" y="1577"/>
                    <a:pt x="12266" y="601"/>
                  </a:cubicBezTo>
                  <a:cubicBezTo>
                    <a:pt x="12165" y="176"/>
                    <a:pt x="12049" y="1"/>
                    <a:pt x="11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-453604" y="4573599"/>
              <a:ext cx="852535" cy="292760"/>
            </a:xfrm>
            <a:custGeom>
              <a:rect b="b" l="l" r="r" t="t"/>
              <a:pathLst>
                <a:path extrusionOk="0" h="6050" w="17618">
                  <a:moveTo>
                    <a:pt x="11656" y="0"/>
                  </a:moveTo>
                  <a:cubicBezTo>
                    <a:pt x="11578" y="0"/>
                    <a:pt x="11492" y="14"/>
                    <a:pt x="11402" y="42"/>
                  </a:cubicBezTo>
                  <a:cubicBezTo>
                    <a:pt x="10510" y="321"/>
                    <a:pt x="9625" y="460"/>
                    <a:pt x="8747" y="460"/>
                  </a:cubicBezTo>
                  <a:cubicBezTo>
                    <a:pt x="7868" y="460"/>
                    <a:pt x="6997" y="321"/>
                    <a:pt x="6133" y="42"/>
                  </a:cubicBezTo>
                  <a:cubicBezTo>
                    <a:pt x="6052" y="15"/>
                    <a:pt x="5980" y="2"/>
                    <a:pt x="5916" y="2"/>
                  </a:cubicBezTo>
                  <a:cubicBezTo>
                    <a:pt x="5651" y="2"/>
                    <a:pt x="5521" y="213"/>
                    <a:pt x="5408" y="460"/>
                  </a:cubicBezTo>
                  <a:cubicBezTo>
                    <a:pt x="5297" y="739"/>
                    <a:pt x="5269" y="1045"/>
                    <a:pt x="5074" y="1268"/>
                  </a:cubicBezTo>
                  <a:cubicBezTo>
                    <a:pt x="4879" y="1491"/>
                    <a:pt x="4572" y="1770"/>
                    <a:pt x="4238" y="1826"/>
                  </a:cubicBezTo>
                  <a:cubicBezTo>
                    <a:pt x="3206" y="1910"/>
                    <a:pt x="2119" y="1965"/>
                    <a:pt x="1032" y="1965"/>
                  </a:cubicBezTo>
                  <a:cubicBezTo>
                    <a:pt x="447" y="1965"/>
                    <a:pt x="1" y="2300"/>
                    <a:pt x="1" y="2885"/>
                  </a:cubicBezTo>
                  <a:cubicBezTo>
                    <a:pt x="1" y="3490"/>
                    <a:pt x="422" y="3921"/>
                    <a:pt x="962" y="3921"/>
                  </a:cubicBezTo>
                  <a:cubicBezTo>
                    <a:pt x="994" y="3921"/>
                    <a:pt x="1027" y="3920"/>
                    <a:pt x="1060" y="3917"/>
                  </a:cubicBezTo>
                  <a:cubicBezTo>
                    <a:pt x="1924" y="3805"/>
                    <a:pt x="2732" y="3666"/>
                    <a:pt x="3624" y="3638"/>
                  </a:cubicBezTo>
                  <a:cubicBezTo>
                    <a:pt x="3767" y="3629"/>
                    <a:pt x="3899" y="3622"/>
                    <a:pt x="4022" y="3622"/>
                  </a:cubicBezTo>
                  <a:cubicBezTo>
                    <a:pt x="4643" y="3622"/>
                    <a:pt x="5027" y="3780"/>
                    <a:pt x="5353" y="4502"/>
                  </a:cubicBezTo>
                  <a:cubicBezTo>
                    <a:pt x="5631" y="5171"/>
                    <a:pt x="6189" y="5645"/>
                    <a:pt x="6914" y="5812"/>
                  </a:cubicBezTo>
                  <a:cubicBezTo>
                    <a:pt x="7555" y="5982"/>
                    <a:pt x="8184" y="6050"/>
                    <a:pt x="8827" y="6050"/>
                  </a:cubicBezTo>
                  <a:cubicBezTo>
                    <a:pt x="9133" y="6050"/>
                    <a:pt x="9442" y="6034"/>
                    <a:pt x="9757" y="6007"/>
                  </a:cubicBezTo>
                  <a:cubicBezTo>
                    <a:pt x="10928" y="5896"/>
                    <a:pt x="11820" y="5394"/>
                    <a:pt x="12322" y="4279"/>
                  </a:cubicBezTo>
                  <a:cubicBezTo>
                    <a:pt x="12461" y="4000"/>
                    <a:pt x="12851" y="3666"/>
                    <a:pt x="13102" y="3666"/>
                  </a:cubicBezTo>
                  <a:cubicBezTo>
                    <a:pt x="14189" y="3666"/>
                    <a:pt x="15248" y="3777"/>
                    <a:pt x="16336" y="3917"/>
                  </a:cubicBezTo>
                  <a:cubicBezTo>
                    <a:pt x="16420" y="3929"/>
                    <a:pt x="16501" y="3935"/>
                    <a:pt x="16580" y="3935"/>
                  </a:cubicBezTo>
                  <a:cubicBezTo>
                    <a:pt x="16866" y="3935"/>
                    <a:pt x="17114" y="3845"/>
                    <a:pt x="17311" y="3582"/>
                  </a:cubicBezTo>
                  <a:cubicBezTo>
                    <a:pt x="17590" y="3248"/>
                    <a:pt x="17618" y="2829"/>
                    <a:pt x="17395" y="2439"/>
                  </a:cubicBezTo>
                  <a:cubicBezTo>
                    <a:pt x="17172" y="2133"/>
                    <a:pt x="16865" y="1993"/>
                    <a:pt x="16447" y="1993"/>
                  </a:cubicBezTo>
                  <a:cubicBezTo>
                    <a:pt x="15667" y="1993"/>
                    <a:pt x="14942" y="1965"/>
                    <a:pt x="14189" y="1965"/>
                  </a:cubicBezTo>
                  <a:cubicBezTo>
                    <a:pt x="13102" y="1965"/>
                    <a:pt x="12294" y="1603"/>
                    <a:pt x="12099" y="376"/>
                  </a:cubicBezTo>
                  <a:cubicBezTo>
                    <a:pt x="12057" y="125"/>
                    <a:pt x="11889" y="0"/>
                    <a:pt x="116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-452249" y="2910710"/>
              <a:ext cx="859116" cy="292421"/>
            </a:xfrm>
            <a:custGeom>
              <a:rect b="b" l="l" r="r" t="t"/>
              <a:pathLst>
                <a:path extrusionOk="0" h="6043" w="17754">
                  <a:moveTo>
                    <a:pt x="11678" y="1"/>
                  </a:moveTo>
                  <a:cubicBezTo>
                    <a:pt x="11535" y="1"/>
                    <a:pt x="11356" y="44"/>
                    <a:pt x="11123" y="121"/>
                  </a:cubicBezTo>
                  <a:cubicBezTo>
                    <a:pt x="10340" y="355"/>
                    <a:pt x="9565" y="466"/>
                    <a:pt x="8792" y="466"/>
                  </a:cubicBezTo>
                  <a:cubicBezTo>
                    <a:pt x="7997" y="466"/>
                    <a:pt x="7204" y="348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5"/>
                    <a:pt x="5408" y="707"/>
                  </a:cubicBezTo>
                  <a:cubicBezTo>
                    <a:pt x="5213" y="1431"/>
                    <a:pt x="4767" y="1822"/>
                    <a:pt x="4070" y="1933"/>
                  </a:cubicBezTo>
                  <a:cubicBezTo>
                    <a:pt x="3457" y="1989"/>
                    <a:pt x="2816" y="2045"/>
                    <a:pt x="2203" y="2073"/>
                  </a:cubicBezTo>
                  <a:lnTo>
                    <a:pt x="2203" y="2045"/>
                  </a:lnTo>
                  <a:lnTo>
                    <a:pt x="1004" y="2045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59"/>
                    <a:pt x="574" y="3914"/>
                    <a:pt x="1111" y="3914"/>
                  </a:cubicBezTo>
                  <a:cubicBezTo>
                    <a:pt x="1131" y="3914"/>
                    <a:pt x="1151" y="3913"/>
                    <a:pt x="1171" y="3912"/>
                  </a:cubicBezTo>
                  <a:cubicBezTo>
                    <a:pt x="2203" y="3857"/>
                    <a:pt x="3234" y="3773"/>
                    <a:pt x="4293" y="3717"/>
                  </a:cubicBezTo>
                  <a:cubicBezTo>
                    <a:pt x="4341" y="3712"/>
                    <a:pt x="4388" y="3709"/>
                    <a:pt x="4433" y="3709"/>
                  </a:cubicBezTo>
                  <a:cubicBezTo>
                    <a:pt x="4838" y="3709"/>
                    <a:pt x="5146" y="3930"/>
                    <a:pt x="5297" y="4330"/>
                  </a:cubicBezTo>
                  <a:cubicBezTo>
                    <a:pt x="5631" y="5195"/>
                    <a:pt x="6328" y="5752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30"/>
                    <a:pt x="9868" y="6003"/>
                  </a:cubicBezTo>
                  <a:cubicBezTo>
                    <a:pt x="11011" y="5891"/>
                    <a:pt x="11959" y="5390"/>
                    <a:pt x="12405" y="4219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5"/>
                    <a:pt x="15471" y="3773"/>
                    <a:pt x="16531" y="3884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8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9"/>
                  </a:cubicBezTo>
                  <a:cubicBezTo>
                    <a:pt x="16399" y="1999"/>
                    <a:pt x="16210" y="2004"/>
                    <a:pt x="16021" y="2004"/>
                  </a:cubicBezTo>
                  <a:cubicBezTo>
                    <a:pt x="15198" y="2004"/>
                    <a:pt x="14364" y="1918"/>
                    <a:pt x="13548" y="1850"/>
                  </a:cubicBezTo>
                  <a:cubicBezTo>
                    <a:pt x="12823" y="1794"/>
                    <a:pt x="12461" y="1487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-452249" y="2493995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49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30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57"/>
                    <a:pt x="574" y="3912"/>
                    <a:pt x="1111" y="3912"/>
                  </a:cubicBezTo>
                  <a:cubicBezTo>
                    <a:pt x="1131" y="3912"/>
                    <a:pt x="1151" y="3912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41" y="3710"/>
                    <a:pt x="4388" y="3707"/>
                    <a:pt x="4433" y="3707"/>
                  </a:cubicBezTo>
                  <a:cubicBezTo>
                    <a:pt x="4838" y="3707"/>
                    <a:pt x="5146" y="3928"/>
                    <a:pt x="5297" y="4329"/>
                  </a:cubicBezTo>
                  <a:cubicBezTo>
                    <a:pt x="5631" y="5193"/>
                    <a:pt x="6328" y="5751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0"/>
                    <a:pt x="16734" y="3900"/>
                  </a:cubicBezTo>
                  <a:cubicBezTo>
                    <a:pt x="17137" y="3900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-452249" y="2079120"/>
              <a:ext cx="859116" cy="292518"/>
            </a:xfrm>
            <a:custGeom>
              <a:rect b="b" l="l" r="r" t="t"/>
              <a:pathLst>
                <a:path extrusionOk="0" h="6045" w="17754">
                  <a:moveTo>
                    <a:pt x="11671" y="1"/>
                  </a:moveTo>
                  <a:cubicBezTo>
                    <a:pt x="11530" y="1"/>
                    <a:pt x="11352" y="40"/>
                    <a:pt x="11123" y="108"/>
                  </a:cubicBezTo>
                  <a:cubicBezTo>
                    <a:pt x="10340" y="356"/>
                    <a:pt x="9563" y="474"/>
                    <a:pt x="8790" y="474"/>
                  </a:cubicBezTo>
                  <a:cubicBezTo>
                    <a:pt x="7995" y="474"/>
                    <a:pt x="7204" y="349"/>
                    <a:pt x="6412" y="108"/>
                  </a:cubicBezTo>
                  <a:cubicBezTo>
                    <a:pt x="6226" y="62"/>
                    <a:pt x="6079" y="35"/>
                    <a:pt x="5960" y="35"/>
                  </a:cubicBezTo>
                  <a:cubicBezTo>
                    <a:pt x="5650" y="35"/>
                    <a:pt x="5529" y="218"/>
                    <a:pt x="5408" y="722"/>
                  </a:cubicBezTo>
                  <a:cubicBezTo>
                    <a:pt x="5213" y="1446"/>
                    <a:pt x="4767" y="1837"/>
                    <a:pt x="4070" y="1920"/>
                  </a:cubicBezTo>
                  <a:cubicBezTo>
                    <a:pt x="3457" y="2004"/>
                    <a:pt x="2816" y="2032"/>
                    <a:pt x="2203" y="2087"/>
                  </a:cubicBezTo>
                  <a:lnTo>
                    <a:pt x="2203" y="2032"/>
                  </a:lnTo>
                  <a:lnTo>
                    <a:pt x="1004" y="2032"/>
                  </a:lnTo>
                  <a:cubicBezTo>
                    <a:pt x="447" y="2060"/>
                    <a:pt x="1" y="2533"/>
                    <a:pt x="28" y="3035"/>
                  </a:cubicBezTo>
                  <a:cubicBezTo>
                    <a:pt x="55" y="3547"/>
                    <a:pt x="577" y="3929"/>
                    <a:pt x="1115" y="3929"/>
                  </a:cubicBezTo>
                  <a:cubicBezTo>
                    <a:pt x="1134" y="3929"/>
                    <a:pt x="1153" y="3928"/>
                    <a:pt x="1171" y="3927"/>
                  </a:cubicBezTo>
                  <a:cubicBezTo>
                    <a:pt x="2203" y="3844"/>
                    <a:pt x="3234" y="3788"/>
                    <a:pt x="4293" y="3704"/>
                  </a:cubicBezTo>
                  <a:cubicBezTo>
                    <a:pt x="4323" y="3702"/>
                    <a:pt x="4352" y="3702"/>
                    <a:pt x="4380" y="3702"/>
                  </a:cubicBezTo>
                  <a:cubicBezTo>
                    <a:pt x="4811" y="3702"/>
                    <a:pt x="5140" y="3901"/>
                    <a:pt x="5297" y="4345"/>
                  </a:cubicBezTo>
                  <a:cubicBezTo>
                    <a:pt x="5631" y="5209"/>
                    <a:pt x="6328" y="5767"/>
                    <a:pt x="7248" y="5906"/>
                  </a:cubicBezTo>
                  <a:cubicBezTo>
                    <a:pt x="7839" y="6002"/>
                    <a:pt x="8429" y="6045"/>
                    <a:pt x="9029" y="6045"/>
                  </a:cubicBezTo>
                  <a:cubicBezTo>
                    <a:pt x="9306" y="6045"/>
                    <a:pt x="9586" y="6035"/>
                    <a:pt x="9868" y="6018"/>
                  </a:cubicBezTo>
                  <a:cubicBezTo>
                    <a:pt x="11011" y="5906"/>
                    <a:pt x="11959" y="5377"/>
                    <a:pt x="12405" y="4234"/>
                  </a:cubicBezTo>
                  <a:cubicBezTo>
                    <a:pt x="12560" y="3845"/>
                    <a:pt x="12884" y="3673"/>
                    <a:pt x="13265" y="3673"/>
                  </a:cubicBezTo>
                  <a:cubicBezTo>
                    <a:pt x="13294" y="3673"/>
                    <a:pt x="13323" y="3674"/>
                    <a:pt x="13353" y="3676"/>
                  </a:cubicBezTo>
                  <a:cubicBezTo>
                    <a:pt x="14384" y="3732"/>
                    <a:pt x="15471" y="3788"/>
                    <a:pt x="16531" y="3871"/>
                  </a:cubicBezTo>
                  <a:cubicBezTo>
                    <a:pt x="16601" y="3883"/>
                    <a:pt x="16669" y="3889"/>
                    <a:pt x="16734" y="3889"/>
                  </a:cubicBezTo>
                  <a:cubicBezTo>
                    <a:pt x="17137" y="3889"/>
                    <a:pt x="17442" y="3674"/>
                    <a:pt x="17562" y="3314"/>
                  </a:cubicBezTo>
                  <a:cubicBezTo>
                    <a:pt x="17754" y="2766"/>
                    <a:pt x="17461" y="2003"/>
                    <a:pt x="16631" y="2003"/>
                  </a:cubicBezTo>
                  <a:cubicBezTo>
                    <a:pt x="16616" y="2003"/>
                    <a:pt x="16601" y="2003"/>
                    <a:pt x="16586" y="2004"/>
                  </a:cubicBezTo>
                  <a:cubicBezTo>
                    <a:pt x="16478" y="2007"/>
                    <a:pt x="16369" y="2008"/>
                    <a:pt x="16260" y="2008"/>
                  </a:cubicBezTo>
                  <a:cubicBezTo>
                    <a:pt x="15360" y="2008"/>
                    <a:pt x="14443" y="1914"/>
                    <a:pt x="13548" y="1864"/>
                  </a:cubicBezTo>
                  <a:cubicBezTo>
                    <a:pt x="12823" y="1781"/>
                    <a:pt x="12461" y="1474"/>
                    <a:pt x="12266" y="749"/>
                  </a:cubicBezTo>
                  <a:cubicBezTo>
                    <a:pt x="12130" y="207"/>
                    <a:pt x="11994" y="1"/>
                    <a:pt x="116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-452249" y="1663083"/>
              <a:ext cx="859116" cy="292372"/>
            </a:xfrm>
            <a:custGeom>
              <a:rect b="b" l="l" r="r" t="t"/>
              <a:pathLst>
                <a:path extrusionOk="0" h="6042" w="17754">
                  <a:moveTo>
                    <a:pt x="11678" y="0"/>
                  </a:moveTo>
                  <a:cubicBezTo>
                    <a:pt x="11535" y="0"/>
                    <a:pt x="11356" y="43"/>
                    <a:pt x="11123" y="121"/>
                  </a:cubicBezTo>
                  <a:cubicBezTo>
                    <a:pt x="10340" y="354"/>
                    <a:pt x="9565" y="466"/>
                    <a:pt x="8792" y="466"/>
                  </a:cubicBezTo>
                  <a:cubicBezTo>
                    <a:pt x="7997" y="466"/>
                    <a:pt x="7204" y="347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4"/>
                    <a:pt x="5408" y="706"/>
                  </a:cubicBezTo>
                  <a:cubicBezTo>
                    <a:pt x="5213" y="1431"/>
                    <a:pt x="4767" y="1821"/>
                    <a:pt x="4070" y="1933"/>
                  </a:cubicBezTo>
                  <a:cubicBezTo>
                    <a:pt x="3457" y="1988"/>
                    <a:pt x="2816" y="2044"/>
                    <a:pt x="2203" y="2072"/>
                  </a:cubicBezTo>
                  <a:lnTo>
                    <a:pt x="2203" y="2016"/>
                  </a:lnTo>
                  <a:lnTo>
                    <a:pt x="1004" y="2016"/>
                  </a:lnTo>
                  <a:cubicBezTo>
                    <a:pt x="447" y="2072"/>
                    <a:pt x="1" y="2518"/>
                    <a:pt x="28" y="3048"/>
                  </a:cubicBezTo>
                  <a:cubicBezTo>
                    <a:pt x="55" y="3532"/>
                    <a:pt x="577" y="3913"/>
                    <a:pt x="1115" y="3913"/>
                  </a:cubicBezTo>
                  <a:cubicBezTo>
                    <a:pt x="1134" y="3913"/>
                    <a:pt x="1152" y="3913"/>
                    <a:pt x="1171" y="3912"/>
                  </a:cubicBezTo>
                  <a:cubicBezTo>
                    <a:pt x="2203" y="3856"/>
                    <a:pt x="3234" y="3772"/>
                    <a:pt x="4293" y="3717"/>
                  </a:cubicBezTo>
                  <a:cubicBezTo>
                    <a:pt x="4341" y="3711"/>
                    <a:pt x="4388" y="3708"/>
                    <a:pt x="4433" y="3708"/>
                  </a:cubicBezTo>
                  <a:cubicBezTo>
                    <a:pt x="4838" y="3708"/>
                    <a:pt x="5146" y="3929"/>
                    <a:pt x="5297" y="4330"/>
                  </a:cubicBezTo>
                  <a:cubicBezTo>
                    <a:pt x="5631" y="5194"/>
                    <a:pt x="6328" y="5751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29"/>
                    <a:pt x="9868" y="6002"/>
                  </a:cubicBezTo>
                  <a:cubicBezTo>
                    <a:pt x="11011" y="5891"/>
                    <a:pt x="11959" y="5389"/>
                    <a:pt x="12405" y="4218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587" y="3890"/>
                    <a:pt x="16641" y="3893"/>
                    <a:pt x="16695" y="3893"/>
                  </a:cubicBezTo>
                  <a:cubicBezTo>
                    <a:pt x="17116" y="3893"/>
                    <a:pt x="17438" y="3698"/>
                    <a:pt x="17562" y="3326"/>
                  </a:cubicBezTo>
                  <a:cubicBezTo>
                    <a:pt x="17754" y="2778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8"/>
                  </a:cubicBezTo>
                  <a:cubicBezTo>
                    <a:pt x="16399" y="1999"/>
                    <a:pt x="16210" y="2003"/>
                    <a:pt x="16021" y="2003"/>
                  </a:cubicBezTo>
                  <a:cubicBezTo>
                    <a:pt x="15198" y="2003"/>
                    <a:pt x="14364" y="1917"/>
                    <a:pt x="13548" y="1849"/>
                  </a:cubicBezTo>
                  <a:cubicBezTo>
                    <a:pt x="12823" y="1793"/>
                    <a:pt x="12461" y="1459"/>
                    <a:pt x="12266" y="734"/>
                  </a:cubicBezTo>
                  <a:cubicBezTo>
                    <a:pt x="12131" y="214"/>
                    <a:pt x="11996" y="0"/>
                    <a:pt x="116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-452249" y="1247675"/>
              <a:ext cx="859116" cy="292711"/>
            </a:xfrm>
            <a:custGeom>
              <a:rect b="b" l="l" r="r" t="t"/>
              <a:pathLst>
                <a:path extrusionOk="0" h="6049" w="17754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1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9"/>
                    <a:pt x="12405" y="4246"/>
                  </a:cubicBezTo>
                  <a:cubicBezTo>
                    <a:pt x="12560" y="3857"/>
                    <a:pt x="12884" y="3685"/>
                    <a:pt x="13265" y="3685"/>
                  </a:cubicBezTo>
                  <a:cubicBezTo>
                    <a:pt x="13294" y="3685"/>
                    <a:pt x="13323" y="3686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5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3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-452249" y="832170"/>
              <a:ext cx="859116" cy="291840"/>
            </a:xfrm>
            <a:custGeom>
              <a:rect b="b" l="l" r="r" t="t"/>
              <a:pathLst>
                <a:path extrusionOk="0" h="6031" w="17754">
                  <a:moveTo>
                    <a:pt x="11678" y="1"/>
                  </a:moveTo>
                  <a:cubicBezTo>
                    <a:pt x="11535" y="1"/>
                    <a:pt x="11356" y="44"/>
                    <a:pt x="11123" y="122"/>
                  </a:cubicBezTo>
                  <a:cubicBezTo>
                    <a:pt x="10340" y="355"/>
                    <a:pt x="9565" y="467"/>
                    <a:pt x="8792" y="467"/>
                  </a:cubicBezTo>
                  <a:cubicBezTo>
                    <a:pt x="7997" y="467"/>
                    <a:pt x="7204" y="348"/>
                    <a:pt x="6412" y="122"/>
                  </a:cubicBezTo>
                  <a:cubicBezTo>
                    <a:pt x="6213" y="64"/>
                    <a:pt x="6059" y="30"/>
                    <a:pt x="5935" y="30"/>
                  </a:cubicBezTo>
                  <a:cubicBezTo>
                    <a:pt x="5643" y="30"/>
                    <a:pt x="5526" y="217"/>
                    <a:pt x="5408" y="707"/>
                  </a:cubicBezTo>
                  <a:cubicBezTo>
                    <a:pt x="5213" y="1432"/>
                    <a:pt x="4767" y="1822"/>
                    <a:pt x="4070" y="1933"/>
                  </a:cubicBezTo>
                  <a:cubicBezTo>
                    <a:pt x="3457" y="1989"/>
                    <a:pt x="2816" y="2017"/>
                    <a:pt x="2203" y="2073"/>
                  </a:cubicBezTo>
                  <a:lnTo>
                    <a:pt x="2203" y="2017"/>
                  </a:lnTo>
                  <a:lnTo>
                    <a:pt x="1004" y="2017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33"/>
                    <a:pt x="577" y="3914"/>
                    <a:pt x="1115" y="3914"/>
                  </a:cubicBezTo>
                  <a:cubicBezTo>
                    <a:pt x="1134" y="3914"/>
                    <a:pt x="1152" y="3914"/>
                    <a:pt x="1171" y="3913"/>
                  </a:cubicBezTo>
                  <a:cubicBezTo>
                    <a:pt x="2203" y="3829"/>
                    <a:pt x="3234" y="3773"/>
                    <a:pt x="4293" y="3690"/>
                  </a:cubicBezTo>
                  <a:cubicBezTo>
                    <a:pt x="4320" y="3688"/>
                    <a:pt x="4346" y="3687"/>
                    <a:pt x="4372" y="3687"/>
                  </a:cubicBezTo>
                  <a:cubicBezTo>
                    <a:pt x="4807" y="3687"/>
                    <a:pt x="5139" y="3910"/>
                    <a:pt x="5297" y="4331"/>
                  </a:cubicBezTo>
                  <a:cubicBezTo>
                    <a:pt x="5631" y="5195"/>
                    <a:pt x="6328" y="5752"/>
                    <a:pt x="7248" y="5892"/>
                  </a:cubicBezTo>
                  <a:cubicBezTo>
                    <a:pt x="7839" y="5987"/>
                    <a:pt x="8429" y="6030"/>
                    <a:pt x="9029" y="6030"/>
                  </a:cubicBezTo>
                  <a:cubicBezTo>
                    <a:pt x="9306" y="6030"/>
                    <a:pt x="9586" y="6021"/>
                    <a:pt x="9868" y="6003"/>
                  </a:cubicBezTo>
                  <a:cubicBezTo>
                    <a:pt x="11011" y="5892"/>
                    <a:pt x="11959" y="5362"/>
                    <a:pt x="12405" y="4219"/>
                  </a:cubicBezTo>
                  <a:cubicBezTo>
                    <a:pt x="12560" y="3831"/>
                    <a:pt x="12884" y="3659"/>
                    <a:pt x="13265" y="3659"/>
                  </a:cubicBezTo>
                  <a:cubicBezTo>
                    <a:pt x="13294" y="3659"/>
                    <a:pt x="13323" y="3660"/>
                    <a:pt x="13353" y="3662"/>
                  </a:cubicBezTo>
                  <a:cubicBezTo>
                    <a:pt x="14384" y="3745"/>
                    <a:pt x="15471" y="3773"/>
                    <a:pt x="16531" y="3885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9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9"/>
                    <a:pt x="16586" y="1989"/>
                  </a:cubicBezTo>
                  <a:cubicBezTo>
                    <a:pt x="16452" y="1993"/>
                    <a:pt x="16317" y="1995"/>
                    <a:pt x="16182" y="1995"/>
                  </a:cubicBezTo>
                  <a:cubicBezTo>
                    <a:pt x="15307" y="1995"/>
                    <a:pt x="14417" y="1922"/>
                    <a:pt x="13548" y="1850"/>
                  </a:cubicBezTo>
                  <a:cubicBezTo>
                    <a:pt x="12823" y="1794"/>
                    <a:pt x="12461" y="1460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-452249" y="416811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-452249" y="-1"/>
              <a:ext cx="859116" cy="292760"/>
            </a:xfrm>
            <a:custGeom>
              <a:rect b="b" l="l" r="r" t="t"/>
              <a:pathLst>
                <a:path extrusionOk="0" h="6050" w="17754">
                  <a:moveTo>
                    <a:pt x="11674" y="1"/>
                  </a:moveTo>
                  <a:cubicBezTo>
                    <a:pt x="11532" y="1"/>
                    <a:pt x="11353" y="44"/>
                    <a:pt x="11123" y="121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1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4"/>
                    <a:pt x="5408" y="706"/>
                  </a:cubicBezTo>
                  <a:cubicBezTo>
                    <a:pt x="5213" y="1459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2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2"/>
                    <a:pt x="1" y="2518"/>
                    <a:pt x="28" y="3047"/>
                  </a:cubicBezTo>
                  <a:cubicBezTo>
                    <a:pt x="55" y="3543"/>
                    <a:pt x="545" y="3917"/>
                    <a:pt x="1065" y="3917"/>
                  </a:cubicBezTo>
                  <a:cubicBezTo>
                    <a:pt x="1100" y="3917"/>
                    <a:pt x="1136" y="3915"/>
                    <a:pt x="1171" y="3912"/>
                  </a:cubicBezTo>
                  <a:cubicBezTo>
                    <a:pt x="2203" y="3856"/>
                    <a:pt x="3234" y="3772"/>
                    <a:pt x="4293" y="3716"/>
                  </a:cubicBezTo>
                  <a:cubicBezTo>
                    <a:pt x="4323" y="3715"/>
                    <a:pt x="4352" y="3714"/>
                    <a:pt x="4381" y="3714"/>
                  </a:cubicBezTo>
                  <a:cubicBezTo>
                    <a:pt x="4812" y="3714"/>
                    <a:pt x="5140" y="3911"/>
                    <a:pt x="5297" y="4330"/>
                  </a:cubicBezTo>
                  <a:cubicBezTo>
                    <a:pt x="5631" y="5222"/>
                    <a:pt x="6328" y="5779"/>
                    <a:pt x="7248" y="5919"/>
                  </a:cubicBezTo>
                  <a:cubicBezTo>
                    <a:pt x="7788" y="6006"/>
                    <a:pt x="8328" y="6049"/>
                    <a:pt x="8875" y="6049"/>
                  </a:cubicBezTo>
                  <a:cubicBezTo>
                    <a:pt x="9203" y="6049"/>
                    <a:pt x="9534" y="6034"/>
                    <a:pt x="9868" y="6002"/>
                  </a:cubicBezTo>
                  <a:cubicBezTo>
                    <a:pt x="11011" y="5919"/>
                    <a:pt x="11959" y="5389"/>
                    <a:pt x="12405" y="4246"/>
                  </a:cubicBezTo>
                  <a:cubicBezTo>
                    <a:pt x="12554" y="3875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9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6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6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7"/>
                  </a:cubicBezTo>
                  <a:cubicBezTo>
                    <a:pt x="12823" y="1793"/>
                    <a:pt x="12461" y="1486"/>
                    <a:pt x="12266" y="762"/>
                  </a:cubicBezTo>
                  <a:cubicBezTo>
                    <a:pt x="12130" y="220"/>
                    <a:pt x="11995" y="1"/>
                    <a:pt x="116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-349716" y="4932539"/>
              <a:ext cx="639184" cy="232466"/>
            </a:xfrm>
            <a:custGeom>
              <a:rect b="b" l="l" r="r" t="t"/>
              <a:pathLst>
                <a:path extrusionOk="0" h="4804" w="13209">
                  <a:moveTo>
                    <a:pt x="8759" y="0"/>
                  </a:moveTo>
                  <a:cubicBezTo>
                    <a:pt x="8709" y="0"/>
                    <a:pt x="8651" y="13"/>
                    <a:pt x="8586" y="39"/>
                  </a:cubicBezTo>
                  <a:cubicBezTo>
                    <a:pt x="7958" y="262"/>
                    <a:pt x="7317" y="366"/>
                    <a:pt x="6673" y="366"/>
                  </a:cubicBezTo>
                  <a:cubicBezTo>
                    <a:pt x="6028" y="366"/>
                    <a:pt x="5380" y="262"/>
                    <a:pt x="4739" y="67"/>
                  </a:cubicBezTo>
                  <a:cubicBezTo>
                    <a:pt x="4625" y="26"/>
                    <a:pt x="4538" y="4"/>
                    <a:pt x="4468" y="4"/>
                  </a:cubicBezTo>
                  <a:cubicBezTo>
                    <a:pt x="4298" y="4"/>
                    <a:pt x="4233" y="133"/>
                    <a:pt x="4153" y="429"/>
                  </a:cubicBezTo>
                  <a:cubicBezTo>
                    <a:pt x="3986" y="1014"/>
                    <a:pt x="3707" y="1516"/>
                    <a:pt x="3011" y="1516"/>
                  </a:cubicBezTo>
                  <a:cubicBezTo>
                    <a:pt x="2258" y="1544"/>
                    <a:pt x="1561" y="1600"/>
                    <a:pt x="836" y="1655"/>
                  </a:cubicBezTo>
                  <a:cubicBezTo>
                    <a:pt x="836" y="1572"/>
                    <a:pt x="808" y="1544"/>
                    <a:pt x="781" y="1460"/>
                  </a:cubicBezTo>
                  <a:cubicBezTo>
                    <a:pt x="558" y="1600"/>
                    <a:pt x="307" y="1711"/>
                    <a:pt x="223" y="1878"/>
                  </a:cubicBezTo>
                  <a:cubicBezTo>
                    <a:pt x="0" y="2213"/>
                    <a:pt x="0" y="2575"/>
                    <a:pt x="279" y="2826"/>
                  </a:cubicBezTo>
                  <a:cubicBezTo>
                    <a:pt x="446" y="2993"/>
                    <a:pt x="725" y="3077"/>
                    <a:pt x="948" y="3077"/>
                  </a:cubicBezTo>
                  <a:cubicBezTo>
                    <a:pt x="1673" y="3049"/>
                    <a:pt x="2369" y="2938"/>
                    <a:pt x="3094" y="2854"/>
                  </a:cubicBezTo>
                  <a:cubicBezTo>
                    <a:pt x="3119" y="2853"/>
                    <a:pt x="3144" y="2852"/>
                    <a:pt x="3168" y="2852"/>
                  </a:cubicBezTo>
                  <a:cubicBezTo>
                    <a:pt x="3624" y="2852"/>
                    <a:pt x="3883" y="3100"/>
                    <a:pt x="4042" y="3523"/>
                  </a:cubicBezTo>
                  <a:cubicBezTo>
                    <a:pt x="4265" y="3997"/>
                    <a:pt x="4572" y="4359"/>
                    <a:pt x="5073" y="4527"/>
                  </a:cubicBezTo>
                  <a:cubicBezTo>
                    <a:pt x="5569" y="4717"/>
                    <a:pt x="6077" y="4803"/>
                    <a:pt x="6598" y="4803"/>
                  </a:cubicBezTo>
                  <a:cubicBezTo>
                    <a:pt x="6840" y="4803"/>
                    <a:pt x="7084" y="4785"/>
                    <a:pt x="7331" y="4750"/>
                  </a:cubicBezTo>
                  <a:cubicBezTo>
                    <a:pt x="8223" y="4638"/>
                    <a:pt x="8892" y="4248"/>
                    <a:pt x="9255" y="3356"/>
                  </a:cubicBezTo>
                  <a:cubicBezTo>
                    <a:pt x="9384" y="3019"/>
                    <a:pt x="9586" y="2851"/>
                    <a:pt x="9904" y="2851"/>
                  </a:cubicBezTo>
                  <a:cubicBezTo>
                    <a:pt x="9928" y="2851"/>
                    <a:pt x="9954" y="2852"/>
                    <a:pt x="9979" y="2854"/>
                  </a:cubicBezTo>
                  <a:cubicBezTo>
                    <a:pt x="10732" y="2938"/>
                    <a:pt x="11513" y="3049"/>
                    <a:pt x="12265" y="3105"/>
                  </a:cubicBezTo>
                  <a:cubicBezTo>
                    <a:pt x="12280" y="3106"/>
                    <a:pt x="12295" y="3106"/>
                    <a:pt x="12310" y="3106"/>
                  </a:cubicBezTo>
                  <a:cubicBezTo>
                    <a:pt x="12793" y="3106"/>
                    <a:pt x="13209" y="2670"/>
                    <a:pt x="13074" y="2129"/>
                  </a:cubicBezTo>
                  <a:cubicBezTo>
                    <a:pt x="12934" y="1683"/>
                    <a:pt x="12655" y="1572"/>
                    <a:pt x="12182" y="1572"/>
                  </a:cubicBezTo>
                  <a:cubicBezTo>
                    <a:pt x="11429" y="1572"/>
                    <a:pt x="10676" y="1572"/>
                    <a:pt x="9952" y="1460"/>
                  </a:cubicBezTo>
                  <a:cubicBezTo>
                    <a:pt x="9366" y="1405"/>
                    <a:pt x="9171" y="875"/>
                    <a:pt x="9060" y="345"/>
                  </a:cubicBezTo>
                  <a:cubicBezTo>
                    <a:pt x="9017" y="132"/>
                    <a:pt x="8925" y="0"/>
                    <a:pt x="8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5" name="Google Shape;365;p2"/>
          <p:cNvSpPr txBox="1"/>
          <p:nvPr>
            <p:ph type="title"/>
          </p:nvPr>
        </p:nvSpPr>
        <p:spPr>
          <a:xfrm>
            <a:off x="1714500" y="190500"/>
            <a:ext cx="5715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2800">
                <a:solidFill>
                  <a:srgbClr val="1E293B"/>
                </a:solidFill>
                <a:latin typeface="Cairo"/>
                <a:ea typeface="Cairo"/>
                <a:cs typeface="Cairo"/>
                <a:sym typeface="Cairo"/>
              </a:rPr>
              <a:t>الأقسام الرئيسية للبرنامج</a:t>
            </a:r>
            <a:endParaRPr b="1" sz="2800">
              <a:solidFill>
                <a:srgbClr val="1E293B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grpSp>
        <p:nvGrpSpPr>
          <p:cNvPr id="366" name="Google Shape;366;p2"/>
          <p:cNvGrpSpPr/>
          <p:nvPr/>
        </p:nvGrpSpPr>
        <p:grpSpPr>
          <a:xfrm>
            <a:off x="285750" y="857250"/>
            <a:ext cx="8477175" cy="3905175"/>
            <a:chOff x="285750" y="857250"/>
            <a:chExt cx="8477175" cy="3905175"/>
          </a:xfrm>
        </p:grpSpPr>
        <p:grpSp>
          <p:nvGrpSpPr>
            <p:cNvPr id="367" name="Google Shape;367;p2"/>
            <p:cNvGrpSpPr/>
            <p:nvPr/>
          </p:nvGrpSpPr>
          <p:grpSpPr>
            <a:xfrm>
              <a:off x="6715125" y="857250"/>
              <a:ext cx="2047800" cy="1857300"/>
              <a:chOff x="0" y="0"/>
              <a:chExt cx="2047800" cy="1857300"/>
            </a:xfrm>
          </p:grpSpPr>
          <p:sp>
            <p:nvSpPr>
              <p:cNvPr id="368" name="Google Shape;368;p2"/>
              <p:cNvSpPr/>
              <p:nvPr/>
            </p:nvSpPr>
            <p:spPr>
              <a:xfrm>
                <a:off x="0" y="0"/>
                <a:ext cx="2047800" cy="1857300"/>
              </a:xfrm>
              <a:prstGeom prst="roundRect">
                <a:avLst>
                  <a:gd fmla="val 6153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2"/>
              <p:cNvSpPr/>
              <p:nvPr/>
            </p:nvSpPr>
            <p:spPr>
              <a:xfrm>
                <a:off x="0" y="0"/>
                <a:ext cx="20478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EAB30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2"/>
              <p:cNvSpPr txBox="1"/>
              <p:nvPr/>
            </p:nvSpPr>
            <p:spPr>
              <a:xfrm>
                <a:off x="142875" y="142875"/>
                <a:ext cx="1762200" cy="15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ar-SA" sz="2000">
                    <a:solidFill>
                      <a:srgbClr val="D9770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monetization_on</a:t>
                </a:r>
                <a:r>
                  <a:rPr lang="ar-SA"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b="1" lang="ar-SA" sz="15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أسعار الذهب</a:t>
                </a:r>
                <a:endParaRPr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1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ar-SA" sz="105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• معرفة أسعار الذهب اليومية أولاً بأول</a:t>
                </a:r>
                <a:endParaRPr sz="10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1" name="Google Shape;371;p2"/>
            <p:cNvGrpSpPr/>
            <p:nvPr/>
          </p:nvGrpSpPr>
          <p:grpSpPr>
            <a:xfrm>
              <a:off x="4572000" y="857250"/>
              <a:ext cx="2047800" cy="1857300"/>
              <a:chOff x="0" y="0"/>
              <a:chExt cx="2047800" cy="1857300"/>
            </a:xfrm>
          </p:grpSpPr>
          <p:sp>
            <p:nvSpPr>
              <p:cNvPr id="372" name="Google Shape;372;p2"/>
              <p:cNvSpPr/>
              <p:nvPr/>
            </p:nvSpPr>
            <p:spPr>
              <a:xfrm>
                <a:off x="0" y="0"/>
                <a:ext cx="2047800" cy="1857300"/>
              </a:xfrm>
              <a:prstGeom prst="roundRect">
                <a:avLst>
                  <a:gd fmla="val 6153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2"/>
              <p:cNvSpPr/>
              <p:nvPr/>
            </p:nvSpPr>
            <p:spPr>
              <a:xfrm>
                <a:off x="0" y="0"/>
                <a:ext cx="20478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2"/>
              <p:cNvSpPr txBox="1"/>
              <p:nvPr/>
            </p:nvSpPr>
            <p:spPr>
              <a:xfrm>
                <a:off x="142875" y="142875"/>
                <a:ext cx="1762200" cy="15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ar-SA" sz="2000">
                    <a:solidFill>
                      <a:srgbClr val="05966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point_of_sale</a:t>
                </a:r>
                <a:r>
                  <a:rPr lang="ar-SA"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b="1" lang="ar-SA" sz="15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المبيعات</a:t>
                </a:r>
                <a:endParaRPr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1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ar-SA" sz="10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• تسجيل المبيعات اليومية وإصدار الفواتير</a:t>
                </a:r>
                <a:endParaRPr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1" algn="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ar-SA" sz="10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• عمل المدفوعات الجزئية والكلية</a:t>
                </a:r>
                <a:endParaRPr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1" algn="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ar-SA" sz="10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• تقارير البيع الشاملة</a:t>
                </a:r>
                <a:endParaRPr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5" name="Google Shape;375;p2"/>
            <p:cNvGrpSpPr/>
            <p:nvPr/>
          </p:nvGrpSpPr>
          <p:grpSpPr>
            <a:xfrm>
              <a:off x="2428875" y="857250"/>
              <a:ext cx="2047800" cy="1857300"/>
              <a:chOff x="0" y="0"/>
              <a:chExt cx="2047800" cy="1857300"/>
            </a:xfrm>
          </p:grpSpPr>
          <p:sp>
            <p:nvSpPr>
              <p:cNvPr id="376" name="Google Shape;376;p2"/>
              <p:cNvSpPr/>
              <p:nvPr/>
            </p:nvSpPr>
            <p:spPr>
              <a:xfrm>
                <a:off x="0" y="0"/>
                <a:ext cx="2047800" cy="1857300"/>
              </a:xfrm>
              <a:prstGeom prst="roundRect">
                <a:avLst>
                  <a:gd fmla="val 6153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2"/>
              <p:cNvSpPr/>
              <p:nvPr/>
            </p:nvSpPr>
            <p:spPr>
              <a:xfrm>
                <a:off x="0" y="0"/>
                <a:ext cx="20478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2"/>
              <p:cNvSpPr txBox="1"/>
              <p:nvPr/>
            </p:nvSpPr>
            <p:spPr>
              <a:xfrm>
                <a:off x="142875" y="142875"/>
                <a:ext cx="1762200" cy="15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ar-SA" sz="2000">
                    <a:solidFill>
                      <a:srgbClr val="0369A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shopping_bag</a:t>
                </a:r>
                <a:r>
                  <a:rPr lang="ar-SA"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b="1" lang="ar-SA" sz="15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المشتريات</a:t>
                </a:r>
                <a:endParaRPr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1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ar-SA" sz="10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• تسجيل المشتريات وإصدار فواتير الشراء</a:t>
                </a:r>
                <a:endParaRPr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1" algn="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ar-SA" sz="10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• تقارير المشتريات التفصيلية</a:t>
                </a:r>
                <a:endParaRPr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9" name="Google Shape;379;p2"/>
            <p:cNvGrpSpPr/>
            <p:nvPr/>
          </p:nvGrpSpPr>
          <p:grpSpPr>
            <a:xfrm>
              <a:off x="285750" y="857250"/>
              <a:ext cx="2047800" cy="1857300"/>
              <a:chOff x="0" y="0"/>
              <a:chExt cx="2047800" cy="1857300"/>
            </a:xfrm>
          </p:grpSpPr>
          <p:sp>
            <p:nvSpPr>
              <p:cNvPr id="380" name="Google Shape;380;p2"/>
              <p:cNvSpPr/>
              <p:nvPr/>
            </p:nvSpPr>
            <p:spPr>
              <a:xfrm>
                <a:off x="0" y="0"/>
                <a:ext cx="2047800" cy="1857300"/>
              </a:xfrm>
              <a:prstGeom prst="roundRect">
                <a:avLst>
                  <a:gd fmla="val 6153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2"/>
              <p:cNvSpPr/>
              <p:nvPr/>
            </p:nvSpPr>
            <p:spPr>
              <a:xfrm>
                <a:off x="0" y="0"/>
                <a:ext cx="20478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6366F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2"/>
              <p:cNvSpPr txBox="1"/>
              <p:nvPr/>
            </p:nvSpPr>
            <p:spPr>
              <a:xfrm>
                <a:off x="142875" y="142875"/>
                <a:ext cx="1762200" cy="15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ar-SA" sz="2000">
                    <a:solidFill>
                      <a:srgbClr val="4F46E5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inventory_2</a:t>
                </a:r>
                <a:r>
                  <a:rPr lang="ar-SA"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b="1" lang="ar-SA" sz="15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المخازن</a:t>
                </a:r>
                <a:endParaRPr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1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ar-SA" sz="10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• أرصدة المخازن والارصدة الافتتاحية</a:t>
                </a:r>
                <a:endParaRPr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1" algn="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ar-SA" sz="10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• الجرد الدوري والتلقائي</a:t>
                </a:r>
                <a:endParaRPr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3" name="Google Shape;383;p2"/>
            <p:cNvGrpSpPr/>
            <p:nvPr/>
          </p:nvGrpSpPr>
          <p:grpSpPr>
            <a:xfrm>
              <a:off x="6715125" y="2905125"/>
              <a:ext cx="2047800" cy="1857300"/>
              <a:chOff x="0" y="0"/>
              <a:chExt cx="2047800" cy="1857300"/>
            </a:xfrm>
          </p:grpSpPr>
          <p:sp>
            <p:nvSpPr>
              <p:cNvPr id="384" name="Google Shape;384;p2"/>
              <p:cNvSpPr/>
              <p:nvPr/>
            </p:nvSpPr>
            <p:spPr>
              <a:xfrm>
                <a:off x="0" y="0"/>
                <a:ext cx="2047800" cy="1857300"/>
              </a:xfrm>
              <a:prstGeom prst="roundRect">
                <a:avLst>
                  <a:gd fmla="val 6153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2"/>
              <p:cNvSpPr/>
              <p:nvPr/>
            </p:nvSpPr>
            <p:spPr>
              <a:xfrm>
                <a:off x="0" y="0"/>
                <a:ext cx="20478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8B5C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2"/>
              <p:cNvSpPr txBox="1"/>
              <p:nvPr/>
            </p:nvSpPr>
            <p:spPr>
              <a:xfrm>
                <a:off x="142875" y="142875"/>
                <a:ext cx="1762200" cy="15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ar-SA" sz="2000">
                    <a:solidFill>
                      <a:srgbClr val="6D28D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account_balance</a:t>
                </a:r>
                <a:r>
                  <a:rPr lang="ar-SA"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b="1" lang="ar-SA" sz="15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الحسابات</a:t>
                </a:r>
                <a:endParaRPr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1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ar-SA" sz="95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• معرفة ارصدة البنوك والخزينة</a:t>
                </a:r>
                <a:endParaRPr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1" algn="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ar-SA" sz="95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• القيود اليومية وقائمة الدخل</a:t>
                </a:r>
                <a:endParaRPr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1" algn="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ar-SA" sz="95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• قائمة المركز المالي</a:t>
                </a:r>
                <a:endParaRPr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1" algn="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lang="ar-SA" sz="95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• التقارير المحاسبية</a:t>
                </a:r>
                <a:endParaRPr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7" name="Google Shape;387;p2"/>
            <p:cNvGrpSpPr/>
            <p:nvPr/>
          </p:nvGrpSpPr>
          <p:grpSpPr>
            <a:xfrm>
              <a:off x="4572000" y="2905125"/>
              <a:ext cx="2047800" cy="1857300"/>
              <a:chOff x="0" y="0"/>
              <a:chExt cx="2047800" cy="1857300"/>
            </a:xfrm>
          </p:grpSpPr>
          <p:sp>
            <p:nvSpPr>
              <p:cNvPr id="388" name="Google Shape;388;p2"/>
              <p:cNvSpPr/>
              <p:nvPr/>
            </p:nvSpPr>
            <p:spPr>
              <a:xfrm>
                <a:off x="0" y="0"/>
                <a:ext cx="2047800" cy="1857300"/>
              </a:xfrm>
              <a:prstGeom prst="roundRect">
                <a:avLst>
                  <a:gd fmla="val 6153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2"/>
              <p:cNvSpPr/>
              <p:nvPr/>
            </p:nvSpPr>
            <p:spPr>
              <a:xfrm>
                <a:off x="0" y="0"/>
                <a:ext cx="20478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EC489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2"/>
              <p:cNvSpPr txBox="1"/>
              <p:nvPr/>
            </p:nvSpPr>
            <p:spPr>
              <a:xfrm>
                <a:off x="142875" y="142875"/>
                <a:ext cx="1762200" cy="15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ar-SA" sz="2000">
                    <a:solidFill>
                      <a:srgbClr val="DB277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groups</a:t>
                </a:r>
                <a:r>
                  <a:rPr lang="ar-SA"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b="1" lang="ar-SA" sz="15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العملاء</a:t>
                </a:r>
                <a:endParaRPr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1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ar-SA" sz="10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• تسجيل العملاء وتحديث البيانات</a:t>
                </a:r>
                <a:endParaRPr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1" algn="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ar-SA" sz="10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• حسابات العملاء والمديونيات</a:t>
                </a:r>
                <a:endParaRPr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1" name="Google Shape;391;p2"/>
            <p:cNvGrpSpPr/>
            <p:nvPr/>
          </p:nvGrpSpPr>
          <p:grpSpPr>
            <a:xfrm>
              <a:off x="2428875" y="2905125"/>
              <a:ext cx="2047800" cy="1857300"/>
              <a:chOff x="0" y="0"/>
              <a:chExt cx="2047800" cy="1857300"/>
            </a:xfrm>
          </p:grpSpPr>
          <p:sp>
            <p:nvSpPr>
              <p:cNvPr id="392" name="Google Shape;392;p2"/>
              <p:cNvSpPr/>
              <p:nvPr/>
            </p:nvSpPr>
            <p:spPr>
              <a:xfrm>
                <a:off x="0" y="0"/>
                <a:ext cx="2047800" cy="1857300"/>
              </a:xfrm>
              <a:prstGeom prst="roundRect">
                <a:avLst>
                  <a:gd fmla="val 6153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2"/>
              <p:cNvSpPr/>
              <p:nvPr/>
            </p:nvSpPr>
            <p:spPr>
              <a:xfrm>
                <a:off x="0" y="0"/>
                <a:ext cx="20478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F9731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2"/>
              <p:cNvSpPr txBox="1"/>
              <p:nvPr/>
            </p:nvSpPr>
            <p:spPr>
              <a:xfrm>
                <a:off x="142875" y="142875"/>
                <a:ext cx="1762200" cy="15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ar-SA" sz="2000">
                    <a:solidFill>
                      <a:srgbClr val="EA580C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local_shipping</a:t>
                </a:r>
                <a:r>
                  <a:rPr lang="ar-SA"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b="1" lang="ar-SA" sz="15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الموردين</a:t>
                </a:r>
                <a:endParaRPr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1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ar-SA" sz="10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• تسجيل بيانات الموردين</a:t>
                </a:r>
                <a:endParaRPr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1" algn="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ar-SA" sz="10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• حسابات الموردين والمديونيات</a:t>
                </a:r>
                <a:endParaRPr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5" name="Google Shape;395;p2"/>
            <p:cNvGrpSpPr/>
            <p:nvPr/>
          </p:nvGrpSpPr>
          <p:grpSpPr>
            <a:xfrm>
              <a:off x="285750" y="2905125"/>
              <a:ext cx="2047800" cy="1857300"/>
              <a:chOff x="0" y="0"/>
              <a:chExt cx="2047800" cy="1857300"/>
            </a:xfrm>
          </p:grpSpPr>
          <p:sp>
            <p:nvSpPr>
              <p:cNvPr id="396" name="Google Shape;396;p2"/>
              <p:cNvSpPr/>
              <p:nvPr/>
            </p:nvSpPr>
            <p:spPr>
              <a:xfrm>
                <a:off x="0" y="0"/>
                <a:ext cx="2047800" cy="1857300"/>
              </a:xfrm>
              <a:prstGeom prst="roundRect">
                <a:avLst>
                  <a:gd fmla="val 6153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2"/>
              <p:cNvSpPr/>
              <p:nvPr/>
            </p:nvSpPr>
            <p:spPr>
              <a:xfrm>
                <a:off x="0" y="0"/>
                <a:ext cx="20478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14B8A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2"/>
              <p:cNvSpPr txBox="1"/>
              <p:nvPr/>
            </p:nvSpPr>
            <p:spPr>
              <a:xfrm>
                <a:off x="142875" y="142875"/>
                <a:ext cx="1762200" cy="157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1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ar-SA" sz="2000">
                    <a:solidFill>
                      <a:srgbClr val="0D948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receipt_long</a:t>
                </a:r>
                <a:r>
                  <a:rPr lang="ar-SA"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b="1" lang="ar-SA" sz="1500">
                    <a:solidFill>
                      <a:srgbClr val="0F172A"/>
                    </a:solidFill>
                    <a:latin typeface="Arial"/>
                    <a:ea typeface="Arial"/>
                    <a:cs typeface="Arial"/>
                    <a:sym typeface="Arial"/>
                  </a:rPr>
                  <a:t>المصروفات</a:t>
                </a:r>
                <a:endParaRPr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1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ar-SA" sz="10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• تسجيل المصروفات اليومية</a:t>
                </a:r>
                <a:endParaRPr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1" algn="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ar-SA" sz="100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• تقارير المصروفات الإجمالية</a:t>
                </a:r>
                <a:endParaRPr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"/>
          <p:cNvSpPr txBox="1"/>
          <p:nvPr/>
        </p:nvSpPr>
        <p:spPr>
          <a:xfrm>
            <a:off x="1714500" y="333375"/>
            <a:ext cx="5715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280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المبيعات</a:t>
            </a:r>
            <a:endParaRPr b="1" sz="2800">
              <a:solidFill>
                <a:srgbClr val="0F172A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1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ar-SA" sz="1300">
                <a:solidFill>
                  <a:srgbClr val="059669"/>
                </a:solidFill>
                <a:latin typeface="Cairo Medium"/>
                <a:ea typeface="Cairo Medium"/>
                <a:cs typeface="Cairo Medium"/>
                <a:sym typeface="Cairo Medium"/>
              </a:rPr>
              <a:t>إدارة الفواتير والمدفوعات والقيود اليومية لمحل المجوهرات</a:t>
            </a:r>
            <a:endParaRPr b="0" sz="1300">
              <a:solidFill>
                <a:srgbClr val="059669"/>
              </a:solidFill>
              <a:latin typeface="Cairo Medium"/>
              <a:ea typeface="Cairo Medium"/>
              <a:cs typeface="Cairo Medium"/>
              <a:sym typeface="Cairo Medium"/>
            </a:endParaRPr>
          </a:p>
        </p:txBody>
      </p:sp>
      <p:grpSp>
        <p:nvGrpSpPr>
          <p:cNvPr id="404" name="Google Shape;404;p3"/>
          <p:cNvGrpSpPr/>
          <p:nvPr/>
        </p:nvGrpSpPr>
        <p:grpSpPr>
          <a:xfrm>
            <a:off x="4667250" y="1381125"/>
            <a:ext cx="3905400" cy="3048000"/>
            <a:chOff x="0" y="0"/>
            <a:chExt cx="3905400" cy="3048000"/>
          </a:xfrm>
        </p:grpSpPr>
        <p:sp>
          <p:nvSpPr>
            <p:cNvPr id="405" name="Google Shape;405;p3"/>
            <p:cNvSpPr/>
            <p:nvPr/>
          </p:nvSpPr>
          <p:spPr>
            <a:xfrm>
              <a:off x="0" y="0"/>
              <a:ext cx="3905400" cy="3048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0" y="0"/>
              <a:ext cx="3905400" cy="573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"/>
            <p:cNvSpPr txBox="1"/>
            <p:nvPr/>
          </p:nvSpPr>
          <p:spPr>
            <a:xfrm>
              <a:off x="238125" y="285750"/>
              <a:ext cx="3429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SA" sz="30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point_of_sale </a:t>
              </a:r>
              <a:r>
                <a:rPr b="1" lang="ar-SA" sz="1800">
                  <a:solidFill>
                    <a:srgbClr val="0F172A"/>
                  </a:solidFill>
                  <a:latin typeface="Cairo"/>
                  <a:ea typeface="Cairo"/>
                  <a:cs typeface="Cairo"/>
                  <a:sym typeface="Cairo"/>
                </a:rPr>
                <a:t>تسجيل الفواتير والقيود</a:t>
              </a:r>
              <a:endParaRPr sz="30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-304800" lvl="0" marL="457200" rtl="1" algn="r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Arial"/>
                <a:buChar char="●"/>
              </a:pPr>
              <a:r>
                <a:rPr b="0" lang="ar-SA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تسجيل المبيعات اليومية:</a:t>
              </a:r>
              <a:r>
                <a:rPr lang="ar-SA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إمكانية تسجيل حركات البيع وإصدار فواتير البيع اليومية فورياً.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rtl="1" algn="r">
                <a:spcBef>
                  <a:spcPts val="900"/>
                </a:spcBef>
                <a:spcAft>
                  <a:spcPts val="900"/>
                </a:spcAft>
                <a:buClr>
                  <a:srgbClr val="475569"/>
                </a:buClr>
                <a:buSzPts val="1200"/>
                <a:buFont typeface="Arial"/>
                <a:buChar char="●"/>
              </a:pPr>
              <a:r>
                <a:rPr b="0" lang="ar-SA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القيود الآلية:</a:t>
              </a:r>
              <a:r>
                <a:rPr lang="ar-SA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يقوم البرنامج بإنشاء القيود اليومية تلقائياً المترتبة على فواتير المبيعات.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8" name="Google Shape;408;p3"/>
          <p:cNvGrpSpPr/>
          <p:nvPr/>
        </p:nvGrpSpPr>
        <p:grpSpPr>
          <a:xfrm>
            <a:off x="571500" y="1381125"/>
            <a:ext cx="3905400" cy="3048000"/>
            <a:chOff x="0" y="0"/>
            <a:chExt cx="3905400" cy="3048000"/>
          </a:xfrm>
        </p:grpSpPr>
        <p:sp>
          <p:nvSpPr>
            <p:cNvPr id="409" name="Google Shape;409;p3"/>
            <p:cNvSpPr/>
            <p:nvPr/>
          </p:nvSpPr>
          <p:spPr>
            <a:xfrm>
              <a:off x="0" y="0"/>
              <a:ext cx="3905400" cy="3048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0" y="0"/>
              <a:ext cx="39054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"/>
            <p:cNvSpPr txBox="1"/>
            <p:nvPr/>
          </p:nvSpPr>
          <p:spPr>
            <a:xfrm>
              <a:off x="238125" y="285750"/>
              <a:ext cx="3429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SA" sz="30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payments </a:t>
              </a:r>
              <a:r>
                <a:rPr b="1" lang="ar-SA" sz="1800">
                  <a:solidFill>
                    <a:srgbClr val="0F172A"/>
                  </a:solidFill>
                  <a:latin typeface="Cairo"/>
                  <a:ea typeface="Cairo"/>
                  <a:cs typeface="Cairo"/>
                  <a:sym typeface="Cairo"/>
                </a:rPr>
                <a:t>المدفوعات والمديونيات</a:t>
              </a:r>
              <a:endParaRPr sz="30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-304800" lvl="0" marL="457200" rtl="1" algn="r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Arial"/>
                <a:buChar char="●"/>
              </a:pPr>
              <a:r>
                <a:rPr b="0" lang="ar-SA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تحصيل مرن:</a:t>
              </a:r>
              <a:r>
                <a:rPr lang="ar-SA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إمكانية إجراء وتسجيل المدفوعات بشكل كلي أو جزئي.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rtl="1" algn="r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200"/>
                <a:buFont typeface="Arial"/>
                <a:buChar char="●"/>
              </a:pPr>
              <a:r>
                <a:rPr b="0" lang="ar-SA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أنظمة الدفع:</a:t>
              </a:r>
              <a:r>
                <a:rPr lang="ar-SA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تحديد وتعديل أنظمة وطرق الدفع المعتمدة للمبيعات.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rtl="1" algn="r">
                <a:spcBef>
                  <a:spcPts val="900"/>
                </a:spcBef>
                <a:spcAft>
                  <a:spcPts val="900"/>
                </a:spcAft>
                <a:buClr>
                  <a:srgbClr val="475569"/>
                </a:buClr>
                <a:buSzPts val="1200"/>
                <a:buFont typeface="Arial"/>
                <a:buChar char="●"/>
              </a:pPr>
              <a:r>
                <a:rPr b="0" lang="ar-SA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حسابات العملاء:</a:t>
              </a:r>
              <a:r>
                <a:rPr lang="ar-SA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متابعة وحساب مديونيات العملاء بدقة وتحديث أفكار ذممهم.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6" name="Google Shape;416;p4"/>
          <p:cNvGrpSpPr/>
          <p:nvPr/>
        </p:nvGrpSpPr>
        <p:grpSpPr>
          <a:xfrm>
            <a:off x="-454483" y="-10753"/>
            <a:ext cx="865842" cy="5165006"/>
            <a:chOff x="-458975" y="-1"/>
            <a:chExt cx="865842" cy="5165006"/>
          </a:xfrm>
        </p:grpSpPr>
        <p:sp>
          <p:nvSpPr>
            <p:cNvPr id="417" name="Google Shape;417;p4"/>
            <p:cNvSpPr/>
            <p:nvPr/>
          </p:nvSpPr>
          <p:spPr>
            <a:xfrm>
              <a:off x="-458975" y="3326988"/>
              <a:ext cx="855245" cy="295131"/>
            </a:xfrm>
            <a:custGeom>
              <a:rect b="b" l="l" r="r" t="t"/>
              <a:pathLst>
                <a:path extrusionOk="0" h="6099" w="17674">
                  <a:moveTo>
                    <a:pt x="11736" y="1"/>
                  </a:moveTo>
                  <a:cubicBezTo>
                    <a:pt x="11619" y="1"/>
                    <a:pt x="11474" y="28"/>
                    <a:pt x="11290" y="76"/>
                  </a:cubicBezTo>
                  <a:cubicBezTo>
                    <a:pt x="10457" y="334"/>
                    <a:pt x="9633" y="460"/>
                    <a:pt x="8808" y="460"/>
                  </a:cubicBezTo>
                  <a:cubicBezTo>
                    <a:pt x="8030" y="460"/>
                    <a:pt x="7252" y="348"/>
                    <a:pt x="6467" y="132"/>
                  </a:cubicBezTo>
                  <a:cubicBezTo>
                    <a:pt x="6226" y="57"/>
                    <a:pt x="6052" y="11"/>
                    <a:pt x="5921" y="11"/>
                  </a:cubicBezTo>
                  <a:cubicBezTo>
                    <a:pt x="5659" y="11"/>
                    <a:pt x="5566" y="197"/>
                    <a:pt x="5436" y="717"/>
                  </a:cubicBezTo>
                  <a:cubicBezTo>
                    <a:pt x="5296" y="1275"/>
                    <a:pt x="5046" y="1749"/>
                    <a:pt x="4460" y="1832"/>
                  </a:cubicBezTo>
                  <a:cubicBezTo>
                    <a:pt x="3401" y="1944"/>
                    <a:pt x="2342" y="1972"/>
                    <a:pt x="1282" y="1972"/>
                  </a:cubicBezTo>
                  <a:cubicBezTo>
                    <a:pt x="864" y="1972"/>
                    <a:pt x="474" y="2027"/>
                    <a:pt x="251" y="2390"/>
                  </a:cubicBezTo>
                  <a:cubicBezTo>
                    <a:pt x="0" y="2724"/>
                    <a:pt x="0" y="3142"/>
                    <a:pt x="251" y="3505"/>
                  </a:cubicBezTo>
                  <a:cubicBezTo>
                    <a:pt x="452" y="3807"/>
                    <a:pt x="767" y="3927"/>
                    <a:pt x="1155" y="3927"/>
                  </a:cubicBezTo>
                  <a:cubicBezTo>
                    <a:pt x="1197" y="3927"/>
                    <a:pt x="1239" y="3926"/>
                    <a:pt x="1282" y="3923"/>
                  </a:cubicBezTo>
                  <a:cubicBezTo>
                    <a:pt x="2258" y="3811"/>
                    <a:pt x="3234" y="3728"/>
                    <a:pt x="4209" y="3672"/>
                  </a:cubicBezTo>
                  <a:cubicBezTo>
                    <a:pt x="4239" y="3671"/>
                    <a:pt x="4267" y="3670"/>
                    <a:pt x="4295" y="3670"/>
                  </a:cubicBezTo>
                  <a:cubicBezTo>
                    <a:pt x="4881" y="3670"/>
                    <a:pt x="5195" y="3946"/>
                    <a:pt x="5408" y="4425"/>
                  </a:cubicBezTo>
                  <a:cubicBezTo>
                    <a:pt x="5715" y="5094"/>
                    <a:pt x="6244" y="5567"/>
                    <a:pt x="6941" y="5790"/>
                  </a:cubicBezTo>
                  <a:cubicBezTo>
                    <a:pt x="7576" y="6002"/>
                    <a:pt x="8227" y="6099"/>
                    <a:pt x="8880" y="6099"/>
                  </a:cubicBezTo>
                  <a:cubicBezTo>
                    <a:pt x="9433" y="6099"/>
                    <a:pt x="9988" y="6030"/>
                    <a:pt x="10537" y="5902"/>
                  </a:cubicBezTo>
                  <a:cubicBezTo>
                    <a:pt x="11290" y="5735"/>
                    <a:pt x="11959" y="5317"/>
                    <a:pt x="12265" y="4536"/>
                  </a:cubicBezTo>
                  <a:cubicBezTo>
                    <a:pt x="12516" y="3960"/>
                    <a:pt x="12879" y="3631"/>
                    <a:pt x="13456" y="3631"/>
                  </a:cubicBezTo>
                  <a:cubicBezTo>
                    <a:pt x="13521" y="3631"/>
                    <a:pt x="13588" y="3636"/>
                    <a:pt x="13659" y="3644"/>
                  </a:cubicBezTo>
                  <a:cubicBezTo>
                    <a:pt x="14607" y="3700"/>
                    <a:pt x="15555" y="3811"/>
                    <a:pt x="16419" y="3895"/>
                  </a:cubicBezTo>
                  <a:cubicBezTo>
                    <a:pt x="16455" y="3897"/>
                    <a:pt x="16491" y="3898"/>
                    <a:pt x="16527" y="3898"/>
                  </a:cubicBezTo>
                  <a:cubicBezTo>
                    <a:pt x="16923" y="3898"/>
                    <a:pt x="17245" y="3754"/>
                    <a:pt x="17450" y="3421"/>
                  </a:cubicBezTo>
                  <a:cubicBezTo>
                    <a:pt x="17673" y="3087"/>
                    <a:pt x="17673" y="2696"/>
                    <a:pt x="17422" y="2362"/>
                  </a:cubicBezTo>
                  <a:cubicBezTo>
                    <a:pt x="17171" y="2027"/>
                    <a:pt x="16837" y="1944"/>
                    <a:pt x="16419" y="1944"/>
                  </a:cubicBezTo>
                  <a:cubicBezTo>
                    <a:pt x="15499" y="1944"/>
                    <a:pt x="14551" y="1888"/>
                    <a:pt x="13631" y="1860"/>
                  </a:cubicBezTo>
                  <a:cubicBezTo>
                    <a:pt x="12823" y="1832"/>
                    <a:pt x="12405" y="1386"/>
                    <a:pt x="12237" y="606"/>
                  </a:cubicBezTo>
                  <a:cubicBezTo>
                    <a:pt x="12138" y="169"/>
                    <a:pt x="12025" y="1"/>
                    <a:pt x="11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4"/>
            <p:cNvSpPr/>
            <p:nvPr/>
          </p:nvSpPr>
          <p:spPr>
            <a:xfrm>
              <a:off x="-458975" y="3731654"/>
              <a:ext cx="857906" cy="297308"/>
            </a:xfrm>
            <a:custGeom>
              <a:rect b="b" l="l" r="r" t="t"/>
              <a:pathLst>
                <a:path extrusionOk="0" h="6144" w="17729">
                  <a:moveTo>
                    <a:pt x="11714" y="1"/>
                  </a:moveTo>
                  <a:cubicBezTo>
                    <a:pt x="11637" y="1"/>
                    <a:pt x="11551" y="16"/>
                    <a:pt x="11457" y="48"/>
                  </a:cubicBezTo>
                  <a:cubicBezTo>
                    <a:pt x="10582" y="330"/>
                    <a:pt x="9700" y="476"/>
                    <a:pt x="8819" y="476"/>
                  </a:cubicBezTo>
                  <a:cubicBezTo>
                    <a:pt x="7958" y="476"/>
                    <a:pt x="7098" y="337"/>
                    <a:pt x="6244" y="48"/>
                  </a:cubicBezTo>
                  <a:cubicBezTo>
                    <a:pt x="6162" y="22"/>
                    <a:pt x="6088" y="10"/>
                    <a:pt x="6021" y="10"/>
                  </a:cubicBezTo>
                  <a:cubicBezTo>
                    <a:pt x="5796" y="10"/>
                    <a:pt x="5655" y="152"/>
                    <a:pt x="5547" y="410"/>
                  </a:cubicBezTo>
                  <a:cubicBezTo>
                    <a:pt x="5464" y="577"/>
                    <a:pt x="5436" y="772"/>
                    <a:pt x="5380" y="968"/>
                  </a:cubicBezTo>
                  <a:cubicBezTo>
                    <a:pt x="5185" y="1441"/>
                    <a:pt x="4878" y="1832"/>
                    <a:pt x="4349" y="1860"/>
                  </a:cubicBezTo>
                  <a:cubicBezTo>
                    <a:pt x="3345" y="1943"/>
                    <a:pt x="2314" y="1971"/>
                    <a:pt x="1255" y="1999"/>
                  </a:cubicBezTo>
                  <a:cubicBezTo>
                    <a:pt x="809" y="1999"/>
                    <a:pt x="446" y="2083"/>
                    <a:pt x="195" y="2445"/>
                  </a:cubicBezTo>
                  <a:cubicBezTo>
                    <a:pt x="0" y="2807"/>
                    <a:pt x="0" y="3198"/>
                    <a:pt x="251" y="3532"/>
                  </a:cubicBezTo>
                  <a:cubicBezTo>
                    <a:pt x="473" y="3842"/>
                    <a:pt x="747" y="3976"/>
                    <a:pt x="1088" y="3976"/>
                  </a:cubicBezTo>
                  <a:cubicBezTo>
                    <a:pt x="1176" y="3976"/>
                    <a:pt x="1269" y="3967"/>
                    <a:pt x="1366" y="3950"/>
                  </a:cubicBezTo>
                  <a:cubicBezTo>
                    <a:pt x="2230" y="3839"/>
                    <a:pt x="3122" y="3783"/>
                    <a:pt x="4014" y="3671"/>
                  </a:cubicBezTo>
                  <a:cubicBezTo>
                    <a:pt x="4101" y="3658"/>
                    <a:pt x="4184" y="3652"/>
                    <a:pt x="4263" y="3652"/>
                  </a:cubicBezTo>
                  <a:cubicBezTo>
                    <a:pt x="4843" y="3652"/>
                    <a:pt x="5218" y="4006"/>
                    <a:pt x="5464" y="4619"/>
                  </a:cubicBezTo>
                  <a:cubicBezTo>
                    <a:pt x="5742" y="5205"/>
                    <a:pt x="6244" y="5623"/>
                    <a:pt x="6857" y="5846"/>
                  </a:cubicBezTo>
                  <a:cubicBezTo>
                    <a:pt x="7485" y="6055"/>
                    <a:pt x="8121" y="6143"/>
                    <a:pt x="8766" y="6143"/>
                  </a:cubicBezTo>
                  <a:cubicBezTo>
                    <a:pt x="9240" y="6143"/>
                    <a:pt x="9719" y="6096"/>
                    <a:pt x="10203" y="6013"/>
                  </a:cubicBezTo>
                  <a:cubicBezTo>
                    <a:pt x="11262" y="5846"/>
                    <a:pt x="12014" y="5316"/>
                    <a:pt x="12433" y="4313"/>
                  </a:cubicBezTo>
                  <a:cubicBezTo>
                    <a:pt x="12564" y="3918"/>
                    <a:pt x="12894" y="3697"/>
                    <a:pt x="13306" y="3697"/>
                  </a:cubicBezTo>
                  <a:cubicBezTo>
                    <a:pt x="13331" y="3697"/>
                    <a:pt x="13355" y="3698"/>
                    <a:pt x="13380" y="3699"/>
                  </a:cubicBezTo>
                  <a:cubicBezTo>
                    <a:pt x="14384" y="3783"/>
                    <a:pt x="15415" y="3839"/>
                    <a:pt x="16419" y="3950"/>
                  </a:cubicBezTo>
                  <a:cubicBezTo>
                    <a:pt x="16510" y="3967"/>
                    <a:pt x="16599" y="3976"/>
                    <a:pt x="16686" y="3976"/>
                  </a:cubicBezTo>
                  <a:cubicBezTo>
                    <a:pt x="17019" y="3976"/>
                    <a:pt x="17306" y="3842"/>
                    <a:pt x="17506" y="3532"/>
                  </a:cubicBezTo>
                  <a:cubicBezTo>
                    <a:pt x="17729" y="3198"/>
                    <a:pt x="17729" y="2807"/>
                    <a:pt x="17506" y="2445"/>
                  </a:cubicBezTo>
                  <a:cubicBezTo>
                    <a:pt x="17227" y="2083"/>
                    <a:pt x="16865" y="1999"/>
                    <a:pt x="16419" y="1999"/>
                  </a:cubicBezTo>
                  <a:cubicBezTo>
                    <a:pt x="15332" y="1999"/>
                    <a:pt x="14300" y="1971"/>
                    <a:pt x="13241" y="1832"/>
                  </a:cubicBezTo>
                  <a:cubicBezTo>
                    <a:pt x="12572" y="1720"/>
                    <a:pt x="12377" y="1163"/>
                    <a:pt x="12237" y="577"/>
                  </a:cubicBezTo>
                  <a:cubicBezTo>
                    <a:pt x="12151" y="188"/>
                    <a:pt x="11981" y="1"/>
                    <a:pt x="117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4"/>
            <p:cNvSpPr/>
            <p:nvPr/>
          </p:nvSpPr>
          <p:spPr>
            <a:xfrm>
              <a:off x="-453604" y="4156740"/>
              <a:ext cx="852535" cy="293631"/>
            </a:xfrm>
            <a:custGeom>
              <a:rect b="b" l="l" r="r" t="t"/>
              <a:pathLst>
                <a:path extrusionOk="0" h="6068" w="17618">
                  <a:moveTo>
                    <a:pt x="11747" y="1"/>
                  </a:moveTo>
                  <a:cubicBezTo>
                    <a:pt x="11634" y="1"/>
                    <a:pt x="11494" y="26"/>
                    <a:pt x="11318" y="71"/>
                  </a:cubicBezTo>
                  <a:cubicBezTo>
                    <a:pt x="10500" y="330"/>
                    <a:pt x="9675" y="455"/>
                    <a:pt x="8850" y="455"/>
                  </a:cubicBezTo>
                  <a:cubicBezTo>
                    <a:pt x="8072" y="455"/>
                    <a:pt x="7295" y="343"/>
                    <a:pt x="6523" y="127"/>
                  </a:cubicBezTo>
                  <a:cubicBezTo>
                    <a:pt x="6273" y="53"/>
                    <a:pt x="6093" y="6"/>
                    <a:pt x="5958" y="6"/>
                  </a:cubicBezTo>
                  <a:cubicBezTo>
                    <a:pt x="5687" y="6"/>
                    <a:pt x="5594" y="192"/>
                    <a:pt x="5464" y="712"/>
                  </a:cubicBezTo>
                  <a:cubicBezTo>
                    <a:pt x="5325" y="1270"/>
                    <a:pt x="5018" y="1744"/>
                    <a:pt x="4377" y="1827"/>
                  </a:cubicBezTo>
                  <a:cubicBezTo>
                    <a:pt x="3513" y="1939"/>
                    <a:pt x="2677" y="1995"/>
                    <a:pt x="1813" y="2078"/>
                  </a:cubicBezTo>
                  <a:cubicBezTo>
                    <a:pt x="1813" y="2023"/>
                    <a:pt x="1813" y="2023"/>
                    <a:pt x="1757" y="1967"/>
                  </a:cubicBezTo>
                  <a:cubicBezTo>
                    <a:pt x="1534" y="1967"/>
                    <a:pt x="1283" y="1939"/>
                    <a:pt x="1032" y="1939"/>
                  </a:cubicBezTo>
                  <a:cubicBezTo>
                    <a:pt x="475" y="1939"/>
                    <a:pt x="1" y="2413"/>
                    <a:pt x="29" y="2942"/>
                  </a:cubicBezTo>
                  <a:cubicBezTo>
                    <a:pt x="81" y="3493"/>
                    <a:pt x="577" y="3895"/>
                    <a:pt x="1145" y="3895"/>
                  </a:cubicBezTo>
                  <a:cubicBezTo>
                    <a:pt x="1182" y="3895"/>
                    <a:pt x="1218" y="3894"/>
                    <a:pt x="1255" y="3890"/>
                  </a:cubicBezTo>
                  <a:cubicBezTo>
                    <a:pt x="2286" y="3779"/>
                    <a:pt x="3346" y="3695"/>
                    <a:pt x="4377" y="3639"/>
                  </a:cubicBezTo>
                  <a:cubicBezTo>
                    <a:pt x="4405" y="3638"/>
                    <a:pt x="4432" y="3637"/>
                    <a:pt x="4459" y="3637"/>
                  </a:cubicBezTo>
                  <a:cubicBezTo>
                    <a:pt x="4912" y="3637"/>
                    <a:pt x="5195" y="3861"/>
                    <a:pt x="5353" y="4308"/>
                  </a:cubicBezTo>
                  <a:cubicBezTo>
                    <a:pt x="5631" y="5061"/>
                    <a:pt x="6189" y="5507"/>
                    <a:pt x="6969" y="5758"/>
                  </a:cubicBezTo>
                  <a:cubicBezTo>
                    <a:pt x="7572" y="5982"/>
                    <a:pt x="8184" y="6067"/>
                    <a:pt x="8801" y="6067"/>
                  </a:cubicBezTo>
                  <a:cubicBezTo>
                    <a:pt x="9184" y="6067"/>
                    <a:pt x="9568" y="6034"/>
                    <a:pt x="9952" y="5981"/>
                  </a:cubicBezTo>
                  <a:cubicBezTo>
                    <a:pt x="11039" y="5786"/>
                    <a:pt x="11931" y="5312"/>
                    <a:pt x="12405" y="4197"/>
                  </a:cubicBezTo>
                  <a:cubicBezTo>
                    <a:pt x="12561" y="3808"/>
                    <a:pt x="12885" y="3636"/>
                    <a:pt x="13287" y="3636"/>
                  </a:cubicBezTo>
                  <a:cubicBezTo>
                    <a:pt x="13318" y="3636"/>
                    <a:pt x="13349" y="3637"/>
                    <a:pt x="13381" y="3639"/>
                  </a:cubicBezTo>
                  <a:cubicBezTo>
                    <a:pt x="14384" y="3695"/>
                    <a:pt x="15388" y="3779"/>
                    <a:pt x="16419" y="3890"/>
                  </a:cubicBezTo>
                  <a:cubicBezTo>
                    <a:pt x="16512" y="3902"/>
                    <a:pt x="16603" y="3909"/>
                    <a:pt x="16691" y="3909"/>
                  </a:cubicBezTo>
                  <a:cubicBezTo>
                    <a:pt x="17028" y="3909"/>
                    <a:pt x="17318" y="3809"/>
                    <a:pt x="17451" y="3500"/>
                  </a:cubicBezTo>
                  <a:cubicBezTo>
                    <a:pt x="17590" y="3193"/>
                    <a:pt x="17618" y="2775"/>
                    <a:pt x="17534" y="2441"/>
                  </a:cubicBezTo>
                  <a:cubicBezTo>
                    <a:pt x="17339" y="2023"/>
                    <a:pt x="16921" y="1939"/>
                    <a:pt x="16475" y="1939"/>
                  </a:cubicBezTo>
                  <a:cubicBezTo>
                    <a:pt x="16099" y="1953"/>
                    <a:pt x="15722" y="1960"/>
                    <a:pt x="15346" y="1960"/>
                  </a:cubicBezTo>
                  <a:cubicBezTo>
                    <a:pt x="14970" y="1960"/>
                    <a:pt x="14593" y="1953"/>
                    <a:pt x="14217" y="1939"/>
                  </a:cubicBezTo>
                  <a:cubicBezTo>
                    <a:pt x="12879" y="1855"/>
                    <a:pt x="12517" y="1577"/>
                    <a:pt x="12266" y="601"/>
                  </a:cubicBezTo>
                  <a:cubicBezTo>
                    <a:pt x="12165" y="176"/>
                    <a:pt x="12049" y="1"/>
                    <a:pt x="11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4"/>
            <p:cNvSpPr/>
            <p:nvPr/>
          </p:nvSpPr>
          <p:spPr>
            <a:xfrm>
              <a:off x="-453604" y="4573599"/>
              <a:ext cx="852535" cy="292760"/>
            </a:xfrm>
            <a:custGeom>
              <a:rect b="b" l="l" r="r" t="t"/>
              <a:pathLst>
                <a:path extrusionOk="0" h="6050" w="17618">
                  <a:moveTo>
                    <a:pt x="11656" y="0"/>
                  </a:moveTo>
                  <a:cubicBezTo>
                    <a:pt x="11578" y="0"/>
                    <a:pt x="11492" y="14"/>
                    <a:pt x="11402" y="42"/>
                  </a:cubicBezTo>
                  <a:cubicBezTo>
                    <a:pt x="10510" y="321"/>
                    <a:pt x="9625" y="460"/>
                    <a:pt x="8747" y="460"/>
                  </a:cubicBezTo>
                  <a:cubicBezTo>
                    <a:pt x="7868" y="460"/>
                    <a:pt x="6997" y="321"/>
                    <a:pt x="6133" y="42"/>
                  </a:cubicBezTo>
                  <a:cubicBezTo>
                    <a:pt x="6052" y="15"/>
                    <a:pt x="5980" y="2"/>
                    <a:pt x="5916" y="2"/>
                  </a:cubicBezTo>
                  <a:cubicBezTo>
                    <a:pt x="5651" y="2"/>
                    <a:pt x="5521" y="213"/>
                    <a:pt x="5408" y="460"/>
                  </a:cubicBezTo>
                  <a:cubicBezTo>
                    <a:pt x="5297" y="739"/>
                    <a:pt x="5269" y="1045"/>
                    <a:pt x="5074" y="1268"/>
                  </a:cubicBezTo>
                  <a:cubicBezTo>
                    <a:pt x="4879" y="1491"/>
                    <a:pt x="4572" y="1770"/>
                    <a:pt x="4238" y="1826"/>
                  </a:cubicBezTo>
                  <a:cubicBezTo>
                    <a:pt x="3206" y="1910"/>
                    <a:pt x="2119" y="1965"/>
                    <a:pt x="1032" y="1965"/>
                  </a:cubicBezTo>
                  <a:cubicBezTo>
                    <a:pt x="447" y="1965"/>
                    <a:pt x="1" y="2300"/>
                    <a:pt x="1" y="2885"/>
                  </a:cubicBezTo>
                  <a:cubicBezTo>
                    <a:pt x="1" y="3490"/>
                    <a:pt x="422" y="3921"/>
                    <a:pt x="962" y="3921"/>
                  </a:cubicBezTo>
                  <a:cubicBezTo>
                    <a:pt x="994" y="3921"/>
                    <a:pt x="1027" y="3920"/>
                    <a:pt x="1060" y="3917"/>
                  </a:cubicBezTo>
                  <a:cubicBezTo>
                    <a:pt x="1924" y="3805"/>
                    <a:pt x="2732" y="3666"/>
                    <a:pt x="3624" y="3638"/>
                  </a:cubicBezTo>
                  <a:cubicBezTo>
                    <a:pt x="3767" y="3629"/>
                    <a:pt x="3899" y="3622"/>
                    <a:pt x="4022" y="3622"/>
                  </a:cubicBezTo>
                  <a:cubicBezTo>
                    <a:pt x="4643" y="3622"/>
                    <a:pt x="5027" y="3780"/>
                    <a:pt x="5353" y="4502"/>
                  </a:cubicBezTo>
                  <a:cubicBezTo>
                    <a:pt x="5631" y="5171"/>
                    <a:pt x="6189" y="5645"/>
                    <a:pt x="6914" y="5812"/>
                  </a:cubicBezTo>
                  <a:cubicBezTo>
                    <a:pt x="7555" y="5982"/>
                    <a:pt x="8184" y="6050"/>
                    <a:pt x="8827" y="6050"/>
                  </a:cubicBezTo>
                  <a:cubicBezTo>
                    <a:pt x="9133" y="6050"/>
                    <a:pt x="9442" y="6034"/>
                    <a:pt x="9757" y="6007"/>
                  </a:cubicBezTo>
                  <a:cubicBezTo>
                    <a:pt x="10928" y="5896"/>
                    <a:pt x="11820" y="5394"/>
                    <a:pt x="12322" y="4279"/>
                  </a:cubicBezTo>
                  <a:cubicBezTo>
                    <a:pt x="12461" y="4000"/>
                    <a:pt x="12851" y="3666"/>
                    <a:pt x="13102" y="3666"/>
                  </a:cubicBezTo>
                  <a:cubicBezTo>
                    <a:pt x="14189" y="3666"/>
                    <a:pt x="15248" y="3777"/>
                    <a:pt x="16336" y="3917"/>
                  </a:cubicBezTo>
                  <a:cubicBezTo>
                    <a:pt x="16420" y="3929"/>
                    <a:pt x="16501" y="3935"/>
                    <a:pt x="16580" y="3935"/>
                  </a:cubicBezTo>
                  <a:cubicBezTo>
                    <a:pt x="16866" y="3935"/>
                    <a:pt x="17114" y="3845"/>
                    <a:pt x="17311" y="3582"/>
                  </a:cubicBezTo>
                  <a:cubicBezTo>
                    <a:pt x="17590" y="3248"/>
                    <a:pt x="17618" y="2829"/>
                    <a:pt x="17395" y="2439"/>
                  </a:cubicBezTo>
                  <a:cubicBezTo>
                    <a:pt x="17172" y="2133"/>
                    <a:pt x="16865" y="1993"/>
                    <a:pt x="16447" y="1993"/>
                  </a:cubicBezTo>
                  <a:cubicBezTo>
                    <a:pt x="15667" y="1993"/>
                    <a:pt x="14942" y="1965"/>
                    <a:pt x="14189" y="1965"/>
                  </a:cubicBezTo>
                  <a:cubicBezTo>
                    <a:pt x="13102" y="1965"/>
                    <a:pt x="12294" y="1603"/>
                    <a:pt x="12099" y="376"/>
                  </a:cubicBezTo>
                  <a:cubicBezTo>
                    <a:pt x="12057" y="125"/>
                    <a:pt x="11889" y="0"/>
                    <a:pt x="116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4"/>
            <p:cNvSpPr/>
            <p:nvPr/>
          </p:nvSpPr>
          <p:spPr>
            <a:xfrm>
              <a:off x="-452249" y="2910710"/>
              <a:ext cx="859116" cy="292421"/>
            </a:xfrm>
            <a:custGeom>
              <a:rect b="b" l="l" r="r" t="t"/>
              <a:pathLst>
                <a:path extrusionOk="0" h="6043" w="17754">
                  <a:moveTo>
                    <a:pt x="11678" y="1"/>
                  </a:moveTo>
                  <a:cubicBezTo>
                    <a:pt x="11535" y="1"/>
                    <a:pt x="11356" y="44"/>
                    <a:pt x="11123" y="121"/>
                  </a:cubicBezTo>
                  <a:cubicBezTo>
                    <a:pt x="10340" y="355"/>
                    <a:pt x="9565" y="466"/>
                    <a:pt x="8792" y="466"/>
                  </a:cubicBezTo>
                  <a:cubicBezTo>
                    <a:pt x="7997" y="466"/>
                    <a:pt x="7204" y="348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5"/>
                    <a:pt x="5408" y="707"/>
                  </a:cubicBezTo>
                  <a:cubicBezTo>
                    <a:pt x="5213" y="1431"/>
                    <a:pt x="4767" y="1822"/>
                    <a:pt x="4070" y="1933"/>
                  </a:cubicBezTo>
                  <a:cubicBezTo>
                    <a:pt x="3457" y="1989"/>
                    <a:pt x="2816" y="2045"/>
                    <a:pt x="2203" y="2073"/>
                  </a:cubicBezTo>
                  <a:lnTo>
                    <a:pt x="2203" y="2045"/>
                  </a:lnTo>
                  <a:lnTo>
                    <a:pt x="1004" y="2045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59"/>
                    <a:pt x="574" y="3914"/>
                    <a:pt x="1111" y="3914"/>
                  </a:cubicBezTo>
                  <a:cubicBezTo>
                    <a:pt x="1131" y="3914"/>
                    <a:pt x="1151" y="3913"/>
                    <a:pt x="1171" y="3912"/>
                  </a:cubicBezTo>
                  <a:cubicBezTo>
                    <a:pt x="2203" y="3857"/>
                    <a:pt x="3234" y="3773"/>
                    <a:pt x="4293" y="3717"/>
                  </a:cubicBezTo>
                  <a:cubicBezTo>
                    <a:pt x="4341" y="3712"/>
                    <a:pt x="4388" y="3709"/>
                    <a:pt x="4433" y="3709"/>
                  </a:cubicBezTo>
                  <a:cubicBezTo>
                    <a:pt x="4838" y="3709"/>
                    <a:pt x="5146" y="3930"/>
                    <a:pt x="5297" y="4330"/>
                  </a:cubicBezTo>
                  <a:cubicBezTo>
                    <a:pt x="5631" y="5195"/>
                    <a:pt x="6328" y="5752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30"/>
                    <a:pt x="9868" y="6003"/>
                  </a:cubicBezTo>
                  <a:cubicBezTo>
                    <a:pt x="11011" y="5891"/>
                    <a:pt x="11959" y="5390"/>
                    <a:pt x="12405" y="4219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5"/>
                    <a:pt x="15471" y="3773"/>
                    <a:pt x="16531" y="3884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8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9"/>
                  </a:cubicBezTo>
                  <a:cubicBezTo>
                    <a:pt x="16399" y="1999"/>
                    <a:pt x="16210" y="2004"/>
                    <a:pt x="16021" y="2004"/>
                  </a:cubicBezTo>
                  <a:cubicBezTo>
                    <a:pt x="15198" y="2004"/>
                    <a:pt x="14364" y="1918"/>
                    <a:pt x="13548" y="1850"/>
                  </a:cubicBezTo>
                  <a:cubicBezTo>
                    <a:pt x="12823" y="1794"/>
                    <a:pt x="12461" y="1487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4"/>
            <p:cNvSpPr/>
            <p:nvPr/>
          </p:nvSpPr>
          <p:spPr>
            <a:xfrm>
              <a:off x="-452249" y="2493995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49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30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57"/>
                    <a:pt x="574" y="3912"/>
                    <a:pt x="1111" y="3912"/>
                  </a:cubicBezTo>
                  <a:cubicBezTo>
                    <a:pt x="1131" y="3912"/>
                    <a:pt x="1151" y="3912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41" y="3710"/>
                    <a:pt x="4388" y="3707"/>
                    <a:pt x="4433" y="3707"/>
                  </a:cubicBezTo>
                  <a:cubicBezTo>
                    <a:pt x="4838" y="3707"/>
                    <a:pt x="5146" y="3928"/>
                    <a:pt x="5297" y="4329"/>
                  </a:cubicBezTo>
                  <a:cubicBezTo>
                    <a:pt x="5631" y="5193"/>
                    <a:pt x="6328" y="5751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0"/>
                    <a:pt x="16734" y="3900"/>
                  </a:cubicBezTo>
                  <a:cubicBezTo>
                    <a:pt x="17137" y="3900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4"/>
            <p:cNvSpPr/>
            <p:nvPr/>
          </p:nvSpPr>
          <p:spPr>
            <a:xfrm>
              <a:off x="-452249" y="2079120"/>
              <a:ext cx="859116" cy="292518"/>
            </a:xfrm>
            <a:custGeom>
              <a:rect b="b" l="l" r="r" t="t"/>
              <a:pathLst>
                <a:path extrusionOk="0" h="6045" w="17754">
                  <a:moveTo>
                    <a:pt x="11671" y="1"/>
                  </a:moveTo>
                  <a:cubicBezTo>
                    <a:pt x="11530" y="1"/>
                    <a:pt x="11352" y="40"/>
                    <a:pt x="11123" y="108"/>
                  </a:cubicBezTo>
                  <a:cubicBezTo>
                    <a:pt x="10340" y="356"/>
                    <a:pt x="9563" y="474"/>
                    <a:pt x="8790" y="474"/>
                  </a:cubicBezTo>
                  <a:cubicBezTo>
                    <a:pt x="7995" y="474"/>
                    <a:pt x="7204" y="349"/>
                    <a:pt x="6412" y="108"/>
                  </a:cubicBezTo>
                  <a:cubicBezTo>
                    <a:pt x="6226" y="62"/>
                    <a:pt x="6079" y="35"/>
                    <a:pt x="5960" y="35"/>
                  </a:cubicBezTo>
                  <a:cubicBezTo>
                    <a:pt x="5650" y="35"/>
                    <a:pt x="5529" y="218"/>
                    <a:pt x="5408" y="722"/>
                  </a:cubicBezTo>
                  <a:cubicBezTo>
                    <a:pt x="5213" y="1446"/>
                    <a:pt x="4767" y="1837"/>
                    <a:pt x="4070" y="1920"/>
                  </a:cubicBezTo>
                  <a:cubicBezTo>
                    <a:pt x="3457" y="2004"/>
                    <a:pt x="2816" y="2032"/>
                    <a:pt x="2203" y="2087"/>
                  </a:cubicBezTo>
                  <a:lnTo>
                    <a:pt x="2203" y="2032"/>
                  </a:lnTo>
                  <a:lnTo>
                    <a:pt x="1004" y="2032"/>
                  </a:lnTo>
                  <a:cubicBezTo>
                    <a:pt x="447" y="2060"/>
                    <a:pt x="1" y="2533"/>
                    <a:pt x="28" y="3035"/>
                  </a:cubicBezTo>
                  <a:cubicBezTo>
                    <a:pt x="55" y="3547"/>
                    <a:pt x="577" y="3929"/>
                    <a:pt x="1115" y="3929"/>
                  </a:cubicBezTo>
                  <a:cubicBezTo>
                    <a:pt x="1134" y="3929"/>
                    <a:pt x="1153" y="3928"/>
                    <a:pt x="1171" y="3927"/>
                  </a:cubicBezTo>
                  <a:cubicBezTo>
                    <a:pt x="2203" y="3844"/>
                    <a:pt x="3234" y="3788"/>
                    <a:pt x="4293" y="3704"/>
                  </a:cubicBezTo>
                  <a:cubicBezTo>
                    <a:pt x="4323" y="3702"/>
                    <a:pt x="4352" y="3702"/>
                    <a:pt x="4380" y="3702"/>
                  </a:cubicBezTo>
                  <a:cubicBezTo>
                    <a:pt x="4811" y="3702"/>
                    <a:pt x="5140" y="3901"/>
                    <a:pt x="5297" y="4345"/>
                  </a:cubicBezTo>
                  <a:cubicBezTo>
                    <a:pt x="5631" y="5209"/>
                    <a:pt x="6328" y="5767"/>
                    <a:pt x="7248" y="5906"/>
                  </a:cubicBezTo>
                  <a:cubicBezTo>
                    <a:pt x="7839" y="6002"/>
                    <a:pt x="8429" y="6045"/>
                    <a:pt x="9029" y="6045"/>
                  </a:cubicBezTo>
                  <a:cubicBezTo>
                    <a:pt x="9306" y="6045"/>
                    <a:pt x="9586" y="6035"/>
                    <a:pt x="9868" y="6018"/>
                  </a:cubicBezTo>
                  <a:cubicBezTo>
                    <a:pt x="11011" y="5906"/>
                    <a:pt x="11959" y="5377"/>
                    <a:pt x="12405" y="4234"/>
                  </a:cubicBezTo>
                  <a:cubicBezTo>
                    <a:pt x="12560" y="3845"/>
                    <a:pt x="12884" y="3673"/>
                    <a:pt x="13265" y="3673"/>
                  </a:cubicBezTo>
                  <a:cubicBezTo>
                    <a:pt x="13294" y="3673"/>
                    <a:pt x="13323" y="3674"/>
                    <a:pt x="13353" y="3676"/>
                  </a:cubicBezTo>
                  <a:cubicBezTo>
                    <a:pt x="14384" y="3732"/>
                    <a:pt x="15471" y="3788"/>
                    <a:pt x="16531" y="3871"/>
                  </a:cubicBezTo>
                  <a:cubicBezTo>
                    <a:pt x="16601" y="3883"/>
                    <a:pt x="16669" y="3889"/>
                    <a:pt x="16734" y="3889"/>
                  </a:cubicBezTo>
                  <a:cubicBezTo>
                    <a:pt x="17137" y="3889"/>
                    <a:pt x="17442" y="3674"/>
                    <a:pt x="17562" y="3314"/>
                  </a:cubicBezTo>
                  <a:cubicBezTo>
                    <a:pt x="17754" y="2766"/>
                    <a:pt x="17461" y="2003"/>
                    <a:pt x="16631" y="2003"/>
                  </a:cubicBezTo>
                  <a:cubicBezTo>
                    <a:pt x="16616" y="2003"/>
                    <a:pt x="16601" y="2003"/>
                    <a:pt x="16586" y="2004"/>
                  </a:cubicBezTo>
                  <a:cubicBezTo>
                    <a:pt x="16478" y="2007"/>
                    <a:pt x="16369" y="2008"/>
                    <a:pt x="16260" y="2008"/>
                  </a:cubicBezTo>
                  <a:cubicBezTo>
                    <a:pt x="15360" y="2008"/>
                    <a:pt x="14443" y="1914"/>
                    <a:pt x="13548" y="1864"/>
                  </a:cubicBezTo>
                  <a:cubicBezTo>
                    <a:pt x="12823" y="1781"/>
                    <a:pt x="12461" y="1474"/>
                    <a:pt x="12266" y="749"/>
                  </a:cubicBezTo>
                  <a:cubicBezTo>
                    <a:pt x="12130" y="207"/>
                    <a:pt x="11994" y="1"/>
                    <a:pt x="116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4"/>
            <p:cNvSpPr/>
            <p:nvPr/>
          </p:nvSpPr>
          <p:spPr>
            <a:xfrm>
              <a:off x="-452249" y="1663083"/>
              <a:ext cx="859116" cy="292372"/>
            </a:xfrm>
            <a:custGeom>
              <a:rect b="b" l="l" r="r" t="t"/>
              <a:pathLst>
                <a:path extrusionOk="0" h="6042" w="17754">
                  <a:moveTo>
                    <a:pt x="11678" y="0"/>
                  </a:moveTo>
                  <a:cubicBezTo>
                    <a:pt x="11535" y="0"/>
                    <a:pt x="11356" y="43"/>
                    <a:pt x="11123" y="121"/>
                  </a:cubicBezTo>
                  <a:cubicBezTo>
                    <a:pt x="10340" y="354"/>
                    <a:pt x="9565" y="466"/>
                    <a:pt x="8792" y="466"/>
                  </a:cubicBezTo>
                  <a:cubicBezTo>
                    <a:pt x="7997" y="466"/>
                    <a:pt x="7204" y="347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4"/>
                    <a:pt x="5408" y="706"/>
                  </a:cubicBezTo>
                  <a:cubicBezTo>
                    <a:pt x="5213" y="1431"/>
                    <a:pt x="4767" y="1821"/>
                    <a:pt x="4070" y="1933"/>
                  </a:cubicBezTo>
                  <a:cubicBezTo>
                    <a:pt x="3457" y="1988"/>
                    <a:pt x="2816" y="2044"/>
                    <a:pt x="2203" y="2072"/>
                  </a:cubicBezTo>
                  <a:lnTo>
                    <a:pt x="2203" y="2016"/>
                  </a:lnTo>
                  <a:lnTo>
                    <a:pt x="1004" y="2016"/>
                  </a:lnTo>
                  <a:cubicBezTo>
                    <a:pt x="447" y="2072"/>
                    <a:pt x="1" y="2518"/>
                    <a:pt x="28" y="3048"/>
                  </a:cubicBezTo>
                  <a:cubicBezTo>
                    <a:pt x="55" y="3532"/>
                    <a:pt x="577" y="3913"/>
                    <a:pt x="1115" y="3913"/>
                  </a:cubicBezTo>
                  <a:cubicBezTo>
                    <a:pt x="1134" y="3913"/>
                    <a:pt x="1152" y="3913"/>
                    <a:pt x="1171" y="3912"/>
                  </a:cubicBezTo>
                  <a:cubicBezTo>
                    <a:pt x="2203" y="3856"/>
                    <a:pt x="3234" y="3772"/>
                    <a:pt x="4293" y="3717"/>
                  </a:cubicBezTo>
                  <a:cubicBezTo>
                    <a:pt x="4341" y="3711"/>
                    <a:pt x="4388" y="3708"/>
                    <a:pt x="4433" y="3708"/>
                  </a:cubicBezTo>
                  <a:cubicBezTo>
                    <a:pt x="4838" y="3708"/>
                    <a:pt x="5146" y="3929"/>
                    <a:pt x="5297" y="4330"/>
                  </a:cubicBezTo>
                  <a:cubicBezTo>
                    <a:pt x="5631" y="5194"/>
                    <a:pt x="6328" y="5751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29"/>
                    <a:pt x="9868" y="6002"/>
                  </a:cubicBezTo>
                  <a:cubicBezTo>
                    <a:pt x="11011" y="5891"/>
                    <a:pt x="11959" y="5389"/>
                    <a:pt x="12405" y="4218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587" y="3890"/>
                    <a:pt x="16641" y="3893"/>
                    <a:pt x="16695" y="3893"/>
                  </a:cubicBezTo>
                  <a:cubicBezTo>
                    <a:pt x="17116" y="3893"/>
                    <a:pt x="17438" y="3698"/>
                    <a:pt x="17562" y="3326"/>
                  </a:cubicBezTo>
                  <a:cubicBezTo>
                    <a:pt x="17754" y="2778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8"/>
                  </a:cubicBezTo>
                  <a:cubicBezTo>
                    <a:pt x="16399" y="1999"/>
                    <a:pt x="16210" y="2003"/>
                    <a:pt x="16021" y="2003"/>
                  </a:cubicBezTo>
                  <a:cubicBezTo>
                    <a:pt x="15198" y="2003"/>
                    <a:pt x="14364" y="1917"/>
                    <a:pt x="13548" y="1849"/>
                  </a:cubicBezTo>
                  <a:cubicBezTo>
                    <a:pt x="12823" y="1793"/>
                    <a:pt x="12461" y="1459"/>
                    <a:pt x="12266" y="734"/>
                  </a:cubicBezTo>
                  <a:cubicBezTo>
                    <a:pt x="12131" y="214"/>
                    <a:pt x="11996" y="0"/>
                    <a:pt x="116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4"/>
            <p:cNvSpPr/>
            <p:nvPr/>
          </p:nvSpPr>
          <p:spPr>
            <a:xfrm>
              <a:off x="-452249" y="1247675"/>
              <a:ext cx="859116" cy="292711"/>
            </a:xfrm>
            <a:custGeom>
              <a:rect b="b" l="l" r="r" t="t"/>
              <a:pathLst>
                <a:path extrusionOk="0" h="6049" w="17754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1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9"/>
                    <a:pt x="12405" y="4246"/>
                  </a:cubicBezTo>
                  <a:cubicBezTo>
                    <a:pt x="12560" y="3857"/>
                    <a:pt x="12884" y="3685"/>
                    <a:pt x="13265" y="3685"/>
                  </a:cubicBezTo>
                  <a:cubicBezTo>
                    <a:pt x="13294" y="3685"/>
                    <a:pt x="13323" y="3686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5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3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4"/>
            <p:cNvSpPr/>
            <p:nvPr/>
          </p:nvSpPr>
          <p:spPr>
            <a:xfrm>
              <a:off x="-452249" y="832170"/>
              <a:ext cx="859116" cy="291840"/>
            </a:xfrm>
            <a:custGeom>
              <a:rect b="b" l="l" r="r" t="t"/>
              <a:pathLst>
                <a:path extrusionOk="0" h="6031" w="17754">
                  <a:moveTo>
                    <a:pt x="11678" y="1"/>
                  </a:moveTo>
                  <a:cubicBezTo>
                    <a:pt x="11535" y="1"/>
                    <a:pt x="11356" y="44"/>
                    <a:pt x="11123" y="122"/>
                  </a:cubicBezTo>
                  <a:cubicBezTo>
                    <a:pt x="10340" y="355"/>
                    <a:pt x="9565" y="467"/>
                    <a:pt x="8792" y="467"/>
                  </a:cubicBezTo>
                  <a:cubicBezTo>
                    <a:pt x="7997" y="467"/>
                    <a:pt x="7204" y="348"/>
                    <a:pt x="6412" y="122"/>
                  </a:cubicBezTo>
                  <a:cubicBezTo>
                    <a:pt x="6213" y="64"/>
                    <a:pt x="6059" y="30"/>
                    <a:pt x="5935" y="30"/>
                  </a:cubicBezTo>
                  <a:cubicBezTo>
                    <a:pt x="5643" y="30"/>
                    <a:pt x="5526" y="217"/>
                    <a:pt x="5408" y="707"/>
                  </a:cubicBezTo>
                  <a:cubicBezTo>
                    <a:pt x="5213" y="1432"/>
                    <a:pt x="4767" y="1822"/>
                    <a:pt x="4070" y="1933"/>
                  </a:cubicBezTo>
                  <a:cubicBezTo>
                    <a:pt x="3457" y="1989"/>
                    <a:pt x="2816" y="2017"/>
                    <a:pt x="2203" y="2073"/>
                  </a:cubicBezTo>
                  <a:lnTo>
                    <a:pt x="2203" y="2017"/>
                  </a:lnTo>
                  <a:lnTo>
                    <a:pt x="1004" y="2017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33"/>
                    <a:pt x="577" y="3914"/>
                    <a:pt x="1115" y="3914"/>
                  </a:cubicBezTo>
                  <a:cubicBezTo>
                    <a:pt x="1134" y="3914"/>
                    <a:pt x="1152" y="3914"/>
                    <a:pt x="1171" y="3913"/>
                  </a:cubicBezTo>
                  <a:cubicBezTo>
                    <a:pt x="2203" y="3829"/>
                    <a:pt x="3234" y="3773"/>
                    <a:pt x="4293" y="3690"/>
                  </a:cubicBezTo>
                  <a:cubicBezTo>
                    <a:pt x="4320" y="3688"/>
                    <a:pt x="4346" y="3687"/>
                    <a:pt x="4372" y="3687"/>
                  </a:cubicBezTo>
                  <a:cubicBezTo>
                    <a:pt x="4807" y="3687"/>
                    <a:pt x="5139" y="3910"/>
                    <a:pt x="5297" y="4331"/>
                  </a:cubicBezTo>
                  <a:cubicBezTo>
                    <a:pt x="5631" y="5195"/>
                    <a:pt x="6328" y="5752"/>
                    <a:pt x="7248" y="5892"/>
                  </a:cubicBezTo>
                  <a:cubicBezTo>
                    <a:pt x="7839" y="5987"/>
                    <a:pt x="8429" y="6030"/>
                    <a:pt x="9029" y="6030"/>
                  </a:cubicBezTo>
                  <a:cubicBezTo>
                    <a:pt x="9306" y="6030"/>
                    <a:pt x="9586" y="6021"/>
                    <a:pt x="9868" y="6003"/>
                  </a:cubicBezTo>
                  <a:cubicBezTo>
                    <a:pt x="11011" y="5892"/>
                    <a:pt x="11959" y="5362"/>
                    <a:pt x="12405" y="4219"/>
                  </a:cubicBezTo>
                  <a:cubicBezTo>
                    <a:pt x="12560" y="3831"/>
                    <a:pt x="12884" y="3659"/>
                    <a:pt x="13265" y="3659"/>
                  </a:cubicBezTo>
                  <a:cubicBezTo>
                    <a:pt x="13294" y="3659"/>
                    <a:pt x="13323" y="3660"/>
                    <a:pt x="13353" y="3662"/>
                  </a:cubicBezTo>
                  <a:cubicBezTo>
                    <a:pt x="14384" y="3745"/>
                    <a:pt x="15471" y="3773"/>
                    <a:pt x="16531" y="3885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9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9"/>
                    <a:pt x="16586" y="1989"/>
                  </a:cubicBezTo>
                  <a:cubicBezTo>
                    <a:pt x="16452" y="1993"/>
                    <a:pt x="16317" y="1995"/>
                    <a:pt x="16182" y="1995"/>
                  </a:cubicBezTo>
                  <a:cubicBezTo>
                    <a:pt x="15307" y="1995"/>
                    <a:pt x="14417" y="1922"/>
                    <a:pt x="13548" y="1850"/>
                  </a:cubicBezTo>
                  <a:cubicBezTo>
                    <a:pt x="12823" y="1794"/>
                    <a:pt x="12461" y="1460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4"/>
            <p:cNvSpPr/>
            <p:nvPr/>
          </p:nvSpPr>
          <p:spPr>
            <a:xfrm>
              <a:off x="-452249" y="416811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4"/>
            <p:cNvSpPr/>
            <p:nvPr/>
          </p:nvSpPr>
          <p:spPr>
            <a:xfrm>
              <a:off x="-452249" y="-1"/>
              <a:ext cx="859116" cy="292760"/>
            </a:xfrm>
            <a:custGeom>
              <a:rect b="b" l="l" r="r" t="t"/>
              <a:pathLst>
                <a:path extrusionOk="0" h="6050" w="17754">
                  <a:moveTo>
                    <a:pt x="11674" y="1"/>
                  </a:moveTo>
                  <a:cubicBezTo>
                    <a:pt x="11532" y="1"/>
                    <a:pt x="11353" y="44"/>
                    <a:pt x="11123" y="121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1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4"/>
                    <a:pt x="5408" y="706"/>
                  </a:cubicBezTo>
                  <a:cubicBezTo>
                    <a:pt x="5213" y="1459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2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2"/>
                    <a:pt x="1" y="2518"/>
                    <a:pt x="28" y="3047"/>
                  </a:cubicBezTo>
                  <a:cubicBezTo>
                    <a:pt x="55" y="3543"/>
                    <a:pt x="545" y="3917"/>
                    <a:pt x="1065" y="3917"/>
                  </a:cubicBezTo>
                  <a:cubicBezTo>
                    <a:pt x="1100" y="3917"/>
                    <a:pt x="1136" y="3915"/>
                    <a:pt x="1171" y="3912"/>
                  </a:cubicBezTo>
                  <a:cubicBezTo>
                    <a:pt x="2203" y="3856"/>
                    <a:pt x="3234" y="3772"/>
                    <a:pt x="4293" y="3716"/>
                  </a:cubicBezTo>
                  <a:cubicBezTo>
                    <a:pt x="4323" y="3715"/>
                    <a:pt x="4352" y="3714"/>
                    <a:pt x="4381" y="3714"/>
                  </a:cubicBezTo>
                  <a:cubicBezTo>
                    <a:pt x="4812" y="3714"/>
                    <a:pt x="5140" y="3911"/>
                    <a:pt x="5297" y="4330"/>
                  </a:cubicBezTo>
                  <a:cubicBezTo>
                    <a:pt x="5631" y="5222"/>
                    <a:pt x="6328" y="5779"/>
                    <a:pt x="7248" y="5919"/>
                  </a:cubicBezTo>
                  <a:cubicBezTo>
                    <a:pt x="7788" y="6006"/>
                    <a:pt x="8328" y="6049"/>
                    <a:pt x="8875" y="6049"/>
                  </a:cubicBezTo>
                  <a:cubicBezTo>
                    <a:pt x="9203" y="6049"/>
                    <a:pt x="9534" y="6034"/>
                    <a:pt x="9868" y="6002"/>
                  </a:cubicBezTo>
                  <a:cubicBezTo>
                    <a:pt x="11011" y="5919"/>
                    <a:pt x="11959" y="5389"/>
                    <a:pt x="12405" y="4246"/>
                  </a:cubicBezTo>
                  <a:cubicBezTo>
                    <a:pt x="12554" y="3875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9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6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6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7"/>
                  </a:cubicBezTo>
                  <a:cubicBezTo>
                    <a:pt x="12823" y="1793"/>
                    <a:pt x="12461" y="1486"/>
                    <a:pt x="12266" y="762"/>
                  </a:cubicBezTo>
                  <a:cubicBezTo>
                    <a:pt x="12130" y="220"/>
                    <a:pt x="11995" y="1"/>
                    <a:pt x="116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4"/>
            <p:cNvSpPr/>
            <p:nvPr/>
          </p:nvSpPr>
          <p:spPr>
            <a:xfrm>
              <a:off x="-349716" y="4932539"/>
              <a:ext cx="639184" cy="232466"/>
            </a:xfrm>
            <a:custGeom>
              <a:rect b="b" l="l" r="r" t="t"/>
              <a:pathLst>
                <a:path extrusionOk="0" h="4804" w="13209">
                  <a:moveTo>
                    <a:pt x="8759" y="0"/>
                  </a:moveTo>
                  <a:cubicBezTo>
                    <a:pt x="8709" y="0"/>
                    <a:pt x="8651" y="13"/>
                    <a:pt x="8586" y="39"/>
                  </a:cubicBezTo>
                  <a:cubicBezTo>
                    <a:pt x="7958" y="262"/>
                    <a:pt x="7317" y="366"/>
                    <a:pt x="6673" y="366"/>
                  </a:cubicBezTo>
                  <a:cubicBezTo>
                    <a:pt x="6028" y="366"/>
                    <a:pt x="5380" y="262"/>
                    <a:pt x="4739" y="67"/>
                  </a:cubicBezTo>
                  <a:cubicBezTo>
                    <a:pt x="4625" y="26"/>
                    <a:pt x="4538" y="4"/>
                    <a:pt x="4468" y="4"/>
                  </a:cubicBezTo>
                  <a:cubicBezTo>
                    <a:pt x="4298" y="4"/>
                    <a:pt x="4233" y="133"/>
                    <a:pt x="4153" y="429"/>
                  </a:cubicBezTo>
                  <a:cubicBezTo>
                    <a:pt x="3986" y="1014"/>
                    <a:pt x="3707" y="1516"/>
                    <a:pt x="3011" y="1516"/>
                  </a:cubicBezTo>
                  <a:cubicBezTo>
                    <a:pt x="2258" y="1544"/>
                    <a:pt x="1561" y="1600"/>
                    <a:pt x="836" y="1655"/>
                  </a:cubicBezTo>
                  <a:cubicBezTo>
                    <a:pt x="836" y="1572"/>
                    <a:pt x="808" y="1544"/>
                    <a:pt x="781" y="1460"/>
                  </a:cubicBezTo>
                  <a:cubicBezTo>
                    <a:pt x="558" y="1600"/>
                    <a:pt x="307" y="1711"/>
                    <a:pt x="223" y="1878"/>
                  </a:cubicBezTo>
                  <a:cubicBezTo>
                    <a:pt x="0" y="2213"/>
                    <a:pt x="0" y="2575"/>
                    <a:pt x="279" y="2826"/>
                  </a:cubicBezTo>
                  <a:cubicBezTo>
                    <a:pt x="446" y="2993"/>
                    <a:pt x="725" y="3077"/>
                    <a:pt x="948" y="3077"/>
                  </a:cubicBezTo>
                  <a:cubicBezTo>
                    <a:pt x="1673" y="3049"/>
                    <a:pt x="2369" y="2938"/>
                    <a:pt x="3094" y="2854"/>
                  </a:cubicBezTo>
                  <a:cubicBezTo>
                    <a:pt x="3119" y="2853"/>
                    <a:pt x="3144" y="2852"/>
                    <a:pt x="3168" y="2852"/>
                  </a:cubicBezTo>
                  <a:cubicBezTo>
                    <a:pt x="3624" y="2852"/>
                    <a:pt x="3883" y="3100"/>
                    <a:pt x="4042" y="3523"/>
                  </a:cubicBezTo>
                  <a:cubicBezTo>
                    <a:pt x="4265" y="3997"/>
                    <a:pt x="4572" y="4359"/>
                    <a:pt x="5073" y="4527"/>
                  </a:cubicBezTo>
                  <a:cubicBezTo>
                    <a:pt x="5569" y="4717"/>
                    <a:pt x="6077" y="4803"/>
                    <a:pt x="6598" y="4803"/>
                  </a:cubicBezTo>
                  <a:cubicBezTo>
                    <a:pt x="6840" y="4803"/>
                    <a:pt x="7084" y="4785"/>
                    <a:pt x="7331" y="4750"/>
                  </a:cubicBezTo>
                  <a:cubicBezTo>
                    <a:pt x="8223" y="4638"/>
                    <a:pt x="8892" y="4248"/>
                    <a:pt x="9255" y="3356"/>
                  </a:cubicBezTo>
                  <a:cubicBezTo>
                    <a:pt x="9384" y="3019"/>
                    <a:pt x="9586" y="2851"/>
                    <a:pt x="9904" y="2851"/>
                  </a:cubicBezTo>
                  <a:cubicBezTo>
                    <a:pt x="9928" y="2851"/>
                    <a:pt x="9954" y="2852"/>
                    <a:pt x="9979" y="2854"/>
                  </a:cubicBezTo>
                  <a:cubicBezTo>
                    <a:pt x="10732" y="2938"/>
                    <a:pt x="11513" y="3049"/>
                    <a:pt x="12265" y="3105"/>
                  </a:cubicBezTo>
                  <a:cubicBezTo>
                    <a:pt x="12280" y="3106"/>
                    <a:pt x="12295" y="3106"/>
                    <a:pt x="12310" y="3106"/>
                  </a:cubicBezTo>
                  <a:cubicBezTo>
                    <a:pt x="12793" y="3106"/>
                    <a:pt x="13209" y="2670"/>
                    <a:pt x="13074" y="2129"/>
                  </a:cubicBezTo>
                  <a:cubicBezTo>
                    <a:pt x="12934" y="1683"/>
                    <a:pt x="12655" y="1572"/>
                    <a:pt x="12182" y="1572"/>
                  </a:cubicBezTo>
                  <a:cubicBezTo>
                    <a:pt x="11429" y="1572"/>
                    <a:pt x="10676" y="1572"/>
                    <a:pt x="9952" y="1460"/>
                  </a:cubicBezTo>
                  <a:cubicBezTo>
                    <a:pt x="9366" y="1405"/>
                    <a:pt x="9171" y="875"/>
                    <a:pt x="9060" y="345"/>
                  </a:cubicBezTo>
                  <a:cubicBezTo>
                    <a:pt x="9017" y="132"/>
                    <a:pt x="8925" y="0"/>
                    <a:pt x="8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0" name="Google Shape;430;p4"/>
          <p:cNvGrpSpPr/>
          <p:nvPr/>
        </p:nvGrpSpPr>
        <p:grpSpPr>
          <a:xfrm>
            <a:off x="1714500" y="333375"/>
            <a:ext cx="5715000" cy="857400"/>
            <a:chOff x="0" y="0"/>
            <a:chExt cx="5715000" cy="857400"/>
          </a:xfrm>
        </p:grpSpPr>
        <p:sp>
          <p:nvSpPr>
            <p:cNvPr id="431" name="Google Shape;431;p4"/>
            <p:cNvSpPr/>
            <p:nvPr/>
          </p:nvSpPr>
          <p:spPr>
            <a:xfrm>
              <a:off x="0" y="0"/>
              <a:ext cx="57150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4"/>
            <p:cNvSpPr txBox="1"/>
            <p:nvPr/>
          </p:nvSpPr>
          <p:spPr>
            <a:xfrm>
              <a:off x="0" y="0"/>
              <a:ext cx="5715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2800">
                  <a:solidFill>
                    <a:srgbClr val="0F172A"/>
                  </a:solidFill>
                  <a:latin typeface="Cairo"/>
                  <a:ea typeface="Cairo"/>
                  <a:cs typeface="Cairo"/>
                  <a:sym typeface="Cairo"/>
                </a:rPr>
                <a:t>المشتريات</a:t>
              </a:r>
              <a:endParaRPr b="1" sz="280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ar-SA" sz="1300">
                  <a:solidFill>
                    <a:srgbClr val="0284C7"/>
                  </a:solidFill>
                  <a:latin typeface="Cairo Medium"/>
                  <a:ea typeface="Cairo Medium"/>
                  <a:cs typeface="Cairo Medium"/>
                  <a:sym typeface="Cairo Medium"/>
                </a:rPr>
                <a:t>إدارة فواتير الشراء اليومية ومتابعة الأسعار وقواعد التكلفة</a:t>
              </a:r>
              <a:endParaRPr b="0" sz="1300">
                <a:solidFill>
                  <a:srgbClr val="0284C7"/>
                </a:solidFill>
                <a:latin typeface="Cairo Medium"/>
                <a:ea typeface="Cairo Medium"/>
                <a:cs typeface="Cairo Medium"/>
                <a:sym typeface="Cairo Medium"/>
              </a:endParaRPr>
            </a:p>
          </p:txBody>
        </p:sp>
      </p:grpSp>
      <p:grpSp>
        <p:nvGrpSpPr>
          <p:cNvPr id="433" name="Google Shape;433;p4"/>
          <p:cNvGrpSpPr/>
          <p:nvPr/>
        </p:nvGrpSpPr>
        <p:grpSpPr>
          <a:xfrm>
            <a:off x="4667250" y="1381125"/>
            <a:ext cx="3905400" cy="3048000"/>
            <a:chOff x="0" y="0"/>
            <a:chExt cx="3905400" cy="3048000"/>
          </a:xfrm>
        </p:grpSpPr>
        <p:sp>
          <p:nvSpPr>
            <p:cNvPr id="434" name="Google Shape;434;p4"/>
            <p:cNvSpPr/>
            <p:nvPr/>
          </p:nvSpPr>
          <p:spPr>
            <a:xfrm>
              <a:off x="0" y="0"/>
              <a:ext cx="3905400" cy="3048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4"/>
            <p:cNvSpPr/>
            <p:nvPr/>
          </p:nvSpPr>
          <p:spPr>
            <a:xfrm>
              <a:off x="0" y="0"/>
              <a:ext cx="39054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4"/>
            <p:cNvSpPr txBox="1"/>
            <p:nvPr/>
          </p:nvSpPr>
          <p:spPr>
            <a:xfrm>
              <a:off x="238125" y="285750"/>
              <a:ext cx="3429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SA" sz="30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shopping_bag </a:t>
              </a:r>
              <a:r>
                <a:rPr b="1" lang="ar-SA" sz="1800">
                  <a:solidFill>
                    <a:srgbClr val="0F172A"/>
                  </a:solidFill>
                  <a:latin typeface="Cairo"/>
                  <a:ea typeface="Cairo"/>
                  <a:cs typeface="Cairo"/>
                  <a:sym typeface="Cairo"/>
                </a:rPr>
                <a:t>فواتير الشراء والتقارير</a:t>
              </a:r>
              <a:endParaRPr sz="30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-419100" lvl="0" marL="457200" rtl="1" algn="r">
                <a:spcBef>
                  <a:spcPts val="900"/>
                </a:spcBef>
                <a:spcAft>
                  <a:spcPts val="0"/>
                </a:spcAft>
                <a:buClr>
                  <a:srgbClr val="0284C7"/>
                </a:buClr>
                <a:buSzPts val="3000"/>
                <a:buFont typeface="Material Icons"/>
                <a:buChar char="●"/>
              </a:pPr>
              <a:r>
                <a:rPr b="0" lang="ar-SA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فواتير الشراء اليومية: </a:t>
              </a:r>
              <a:r>
                <a:rPr b="0" lang="ar-SA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إمكانية إنشاء وإصدار فواتير الشراء اليومية وتأثيرها المباشر على المخزون.</a:t>
              </a:r>
              <a:endParaRPr sz="30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-419100" lvl="0" marL="457200" rtl="1" algn="r">
                <a:spcBef>
                  <a:spcPts val="900"/>
                </a:spcBef>
                <a:spcAft>
                  <a:spcPts val="900"/>
                </a:spcAft>
                <a:buClr>
                  <a:srgbClr val="0284C7"/>
                </a:buClr>
                <a:buSzPts val="3000"/>
                <a:buFont typeface="Material Icons"/>
                <a:buChar char="●"/>
              </a:pPr>
              <a:r>
                <a:rPr b="0" lang="ar-SA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التقارير التفصيلية: </a:t>
              </a:r>
              <a:r>
                <a:rPr b="0" lang="ar-SA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استخراج تقارير المشتريات التفصيلية لمتابعة الموردين والعمليات.</a:t>
              </a:r>
              <a:endParaRPr sz="30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437" name="Google Shape;437;p4"/>
          <p:cNvGrpSpPr/>
          <p:nvPr/>
        </p:nvGrpSpPr>
        <p:grpSpPr>
          <a:xfrm>
            <a:off x="571500" y="1381125"/>
            <a:ext cx="3905400" cy="3048000"/>
            <a:chOff x="0" y="0"/>
            <a:chExt cx="3905400" cy="3048000"/>
          </a:xfrm>
        </p:grpSpPr>
        <p:sp>
          <p:nvSpPr>
            <p:cNvPr id="438" name="Google Shape;438;p4"/>
            <p:cNvSpPr/>
            <p:nvPr/>
          </p:nvSpPr>
          <p:spPr>
            <a:xfrm>
              <a:off x="0" y="0"/>
              <a:ext cx="3905400" cy="3048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4"/>
            <p:cNvSpPr/>
            <p:nvPr/>
          </p:nvSpPr>
          <p:spPr>
            <a:xfrm>
              <a:off x="0" y="0"/>
              <a:ext cx="3905400" cy="573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4"/>
            <p:cNvSpPr txBox="1"/>
            <p:nvPr/>
          </p:nvSpPr>
          <p:spPr>
            <a:xfrm>
              <a:off x="238125" y="285750"/>
              <a:ext cx="3429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SA" sz="30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calculate </a:t>
              </a:r>
              <a:r>
                <a:rPr b="1" lang="ar-SA" sz="1800">
                  <a:solidFill>
                    <a:srgbClr val="0F172A"/>
                  </a:solidFill>
                  <a:latin typeface="Cairo"/>
                  <a:ea typeface="Cairo"/>
                  <a:cs typeface="Cairo"/>
                  <a:sym typeface="Cairo"/>
                </a:rPr>
                <a:t>الأسعار ومتوسط التكلفة</a:t>
              </a:r>
              <a:endParaRPr sz="30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-419100" lvl="0" marL="457200" rtl="1" algn="r">
                <a:spcBef>
                  <a:spcPts val="900"/>
                </a:spcBef>
                <a:spcAft>
                  <a:spcPts val="0"/>
                </a:spcAft>
                <a:buClr>
                  <a:srgbClr val="10B981"/>
                </a:buClr>
                <a:buSzPts val="3000"/>
                <a:buFont typeface="Material Icons"/>
                <a:buChar char="●"/>
              </a:pPr>
              <a:r>
                <a:rPr b="0" lang="ar-SA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معرفة الأسعار: </a:t>
              </a:r>
              <a:r>
                <a:rPr b="0" lang="ar-SA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متابعة ومعرفة أسعار الشراء والذهب بصورة مباشرة ودقيقة.</a:t>
              </a:r>
              <a:endParaRPr sz="30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-419100" lvl="0" marL="457200" rtl="1" algn="r">
                <a:spcBef>
                  <a:spcPts val="900"/>
                </a:spcBef>
                <a:spcAft>
                  <a:spcPts val="900"/>
                </a:spcAft>
                <a:buClr>
                  <a:srgbClr val="10B981"/>
                </a:buClr>
                <a:buSzPts val="3000"/>
                <a:buFont typeface="Material Icons"/>
                <a:buChar char="●"/>
              </a:pPr>
              <a:r>
                <a:rPr b="0" lang="ar-SA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حساب التكلفة: </a:t>
              </a:r>
              <a:r>
                <a:rPr b="0" lang="ar-SA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حساب متوسط التكلفة بالاعتماد على طرق حساب التكلفة المختلفة المعتمدة.</a:t>
              </a:r>
              <a:endParaRPr sz="30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"/>
          <p:cNvSpPr txBox="1"/>
          <p:nvPr/>
        </p:nvSpPr>
        <p:spPr>
          <a:xfrm>
            <a:off x="1714500" y="333375"/>
            <a:ext cx="5715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00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العملاء</a:t>
            </a:r>
            <a:endParaRPr b="1" sz="3000">
              <a:solidFill>
                <a:srgbClr val="0F172A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1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lang="ar-SA" sz="1300">
                <a:solidFill>
                  <a:srgbClr val="0284C7"/>
                </a:solidFill>
                <a:latin typeface="Cairo Medium"/>
                <a:ea typeface="Cairo Medium"/>
                <a:cs typeface="Cairo Medium"/>
                <a:sym typeface="Cairo Medium"/>
              </a:rPr>
              <a:t>إدارة بيانات العملاء والمديونيات وتقارير حجم التعامل</a:t>
            </a:r>
            <a:endParaRPr b="0" sz="1300">
              <a:solidFill>
                <a:srgbClr val="0284C7"/>
              </a:solidFill>
              <a:latin typeface="Cairo Medium"/>
              <a:ea typeface="Cairo Medium"/>
              <a:cs typeface="Cairo Medium"/>
              <a:sym typeface="Cairo Medium"/>
            </a:endParaRPr>
          </a:p>
        </p:txBody>
      </p:sp>
      <p:grpSp>
        <p:nvGrpSpPr>
          <p:cNvPr id="446" name="Google Shape;446;p5"/>
          <p:cNvGrpSpPr/>
          <p:nvPr/>
        </p:nvGrpSpPr>
        <p:grpSpPr>
          <a:xfrm>
            <a:off x="5905500" y="1428750"/>
            <a:ext cx="2476500" cy="3048000"/>
            <a:chOff x="0" y="0"/>
            <a:chExt cx="2476500" cy="3048000"/>
          </a:xfrm>
        </p:grpSpPr>
        <p:sp>
          <p:nvSpPr>
            <p:cNvPr id="447" name="Google Shape;447;p5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5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5"/>
            <p:cNvSpPr/>
            <p:nvPr/>
          </p:nvSpPr>
          <p:spPr>
            <a:xfrm>
              <a:off x="1714500" y="228600"/>
              <a:ext cx="533400" cy="533400"/>
            </a:xfrm>
            <a:prstGeom prst="ellipse">
              <a:avLst/>
            </a:prstGeom>
            <a:solidFill>
              <a:srgbClr val="ECFD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5"/>
            <p:cNvSpPr txBox="1"/>
            <p:nvPr/>
          </p:nvSpPr>
          <p:spPr>
            <a:xfrm>
              <a:off x="1714500" y="260731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SA" sz="2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person_add</a:t>
              </a:r>
              <a:endParaRPr sz="22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51" name="Google Shape;451;p5"/>
            <p:cNvSpPr txBox="1"/>
            <p:nvPr/>
          </p:nvSpPr>
          <p:spPr>
            <a:xfrm>
              <a:off x="190500" y="904875"/>
              <a:ext cx="2095500" cy="19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600">
                  <a:solidFill>
                    <a:srgbClr val="0F172A"/>
                  </a:solidFill>
                  <a:latin typeface="Cairo"/>
                  <a:ea typeface="Cairo"/>
                  <a:cs typeface="Cairo"/>
                  <a:sym typeface="Cairo"/>
                </a:rPr>
                <a:t>تسجيل العملاء</a:t>
              </a:r>
              <a:endParaRPr b="1" sz="160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ar-SA" sz="1100">
                  <a:solidFill>
                    <a:srgbClr val="475569"/>
                  </a:solidFill>
                  <a:latin typeface="Cairo"/>
                  <a:ea typeface="Cairo"/>
                  <a:cs typeface="Cairo"/>
                  <a:sym typeface="Cairo"/>
                </a:rPr>
                <a:t>يمكنك من خلال البرنامج تسجيل العملاء مع كل حركة بيع أو من خلال صفحة العملاء مباشرة.</a:t>
              </a:r>
              <a:endParaRPr b="0" sz="11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452" name="Google Shape;452;p5"/>
          <p:cNvGrpSpPr/>
          <p:nvPr/>
        </p:nvGrpSpPr>
        <p:grpSpPr>
          <a:xfrm>
            <a:off x="3333750" y="1428750"/>
            <a:ext cx="2476500" cy="3048000"/>
            <a:chOff x="0" y="0"/>
            <a:chExt cx="2476500" cy="3048000"/>
          </a:xfrm>
        </p:grpSpPr>
        <p:sp>
          <p:nvSpPr>
            <p:cNvPr id="453" name="Google Shape;453;p5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5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5"/>
            <p:cNvSpPr/>
            <p:nvPr/>
          </p:nvSpPr>
          <p:spPr>
            <a:xfrm>
              <a:off x="1714500" y="228600"/>
              <a:ext cx="533400" cy="533400"/>
            </a:xfrm>
            <a:prstGeom prst="ellipse">
              <a:avLst/>
            </a:prstGeom>
            <a:solidFill>
              <a:srgbClr val="E0F2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5"/>
            <p:cNvSpPr txBox="1"/>
            <p:nvPr/>
          </p:nvSpPr>
          <p:spPr>
            <a:xfrm>
              <a:off x="1714500" y="260731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SA" sz="22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account_balance_wallet</a:t>
              </a:r>
              <a:endParaRPr sz="22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57" name="Google Shape;457;p5"/>
            <p:cNvSpPr txBox="1"/>
            <p:nvPr/>
          </p:nvSpPr>
          <p:spPr>
            <a:xfrm>
              <a:off x="190500" y="904875"/>
              <a:ext cx="2095500" cy="19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600">
                  <a:solidFill>
                    <a:srgbClr val="0F172A"/>
                  </a:solidFill>
                  <a:latin typeface="Cairo"/>
                  <a:ea typeface="Cairo"/>
                  <a:cs typeface="Cairo"/>
                  <a:sym typeface="Cairo"/>
                </a:rPr>
                <a:t>المتابعة والمديونيات</a:t>
              </a:r>
              <a:endParaRPr b="1" sz="160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ar-SA" sz="1100">
                  <a:solidFill>
                    <a:srgbClr val="475569"/>
                  </a:solidFill>
                  <a:latin typeface="Cairo"/>
                  <a:ea typeface="Cairo"/>
                  <a:cs typeface="Cairo"/>
                  <a:sym typeface="Cairo"/>
                </a:rPr>
                <a:t>متابعة كافة بيانات العملاء وأرصدتهم ومديونياتهم وتحديث ذممهم بدقة متناهية.</a:t>
              </a:r>
              <a:endParaRPr b="0" sz="11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  <p:grpSp>
        <p:nvGrpSpPr>
          <p:cNvPr id="458" name="Google Shape;458;p5"/>
          <p:cNvGrpSpPr/>
          <p:nvPr/>
        </p:nvGrpSpPr>
        <p:grpSpPr>
          <a:xfrm>
            <a:off x="762000" y="1428750"/>
            <a:ext cx="2476500" cy="3048000"/>
            <a:chOff x="0" y="0"/>
            <a:chExt cx="2476500" cy="3048000"/>
          </a:xfrm>
        </p:grpSpPr>
        <p:sp>
          <p:nvSpPr>
            <p:cNvPr id="459" name="Google Shape;459;p5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5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fmla="val 50000" name="adj"/>
              </a:avLst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5"/>
            <p:cNvSpPr/>
            <p:nvPr/>
          </p:nvSpPr>
          <p:spPr>
            <a:xfrm>
              <a:off x="1714500" y="228600"/>
              <a:ext cx="533400" cy="533400"/>
            </a:xfrm>
            <a:prstGeom prst="ellipse">
              <a:avLst/>
            </a:prstGeom>
            <a:solidFill>
              <a:srgbClr val="EEF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5"/>
            <p:cNvSpPr txBox="1"/>
            <p:nvPr/>
          </p:nvSpPr>
          <p:spPr>
            <a:xfrm>
              <a:off x="1714500" y="260731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SA" sz="22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assessment</a:t>
              </a:r>
              <a:endParaRPr sz="2200">
                <a:solidFill>
                  <a:srgbClr val="6366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63" name="Google Shape;463;p5"/>
            <p:cNvSpPr txBox="1"/>
            <p:nvPr/>
          </p:nvSpPr>
          <p:spPr>
            <a:xfrm>
              <a:off x="190500" y="904875"/>
              <a:ext cx="2095500" cy="195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600">
                  <a:solidFill>
                    <a:srgbClr val="0F172A"/>
                  </a:solidFill>
                  <a:latin typeface="Cairo"/>
                  <a:ea typeface="Cairo"/>
                  <a:cs typeface="Cairo"/>
                  <a:sym typeface="Cairo"/>
                </a:rPr>
                <a:t>تقارير التعاملات</a:t>
              </a:r>
              <a:endParaRPr b="1" sz="160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endParaRPr>
            </a:p>
            <a:p>
              <a:pPr indent="0" lvl="0" marL="0" rtl="1" algn="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ar-SA" sz="1100">
                  <a:solidFill>
                    <a:srgbClr val="475569"/>
                  </a:solidFill>
                  <a:latin typeface="Cairo"/>
                  <a:ea typeface="Cairo"/>
                  <a:cs typeface="Cairo"/>
                  <a:sym typeface="Cairo"/>
                </a:rPr>
                <a:t>استخراج تقارير تفصيلية خاصة بالعملاء وحجم التعامل والمبيعات بمرونة عالية.</a:t>
              </a:r>
              <a:endParaRPr b="0" sz="110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"/>
          <p:cNvSpPr txBox="1"/>
          <p:nvPr/>
        </p:nvSpPr>
        <p:spPr>
          <a:xfrm>
            <a:off x="571500" y="38100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الموردين</a:t>
            </a:r>
            <a:endParaRPr b="1" sz="32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1" algn="r">
              <a:spcBef>
                <a:spcPts val="300"/>
              </a:spcBef>
              <a:spcAft>
                <a:spcPts val="0"/>
              </a:spcAft>
              <a:buNone/>
            </a:pPr>
            <a:r>
              <a:rPr b="0" lang="ar-SA" sz="1300">
                <a:solidFill>
                  <a:srgbClr val="5785A8"/>
                </a:solidFill>
                <a:latin typeface="Calibri"/>
                <a:ea typeface="Calibri"/>
                <a:cs typeface="Calibri"/>
                <a:sym typeface="Calibri"/>
              </a:rPr>
              <a:t>نظام إدارة بيانات الموردين والعمليات المالية والتقارير</a:t>
            </a:r>
            <a:endParaRPr b="0" sz="1300">
              <a:solidFill>
                <a:srgbClr val="5785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9" name="Google Shape;469;p6"/>
          <p:cNvGrpSpPr/>
          <p:nvPr/>
        </p:nvGrpSpPr>
        <p:grpSpPr>
          <a:xfrm>
            <a:off x="4762500" y="1428750"/>
            <a:ext cx="3810000" cy="1428900"/>
            <a:chOff x="0" y="0"/>
            <a:chExt cx="3810000" cy="1428900"/>
          </a:xfrm>
        </p:grpSpPr>
        <p:sp>
          <p:nvSpPr>
            <p:cNvPr id="470" name="Google Shape;470;p6"/>
            <p:cNvSpPr/>
            <p:nvPr/>
          </p:nvSpPr>
          <p:spPr>
            <a:xfrm>
              <a:off x="0" y="0"/>
              <a:ext cx="38100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3124200" y="247650"/>
              <a:ext cx="457200" cy="457200"/>
            </a:xfrm>
            <a:prstGeom prst="ellipse">
              <a:avLst/>
            </a:prstGeom>
            <a:solidFill>
              <a:srgbClr val="EDF4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6"/>
            <p:cNvSpPr txBox="1"/>
            <p:nvPr/>
          </p:nvSpPr>
          <p:spPr>
            <a:xfrm>
              <a:off x="3124200" y="273939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SA" sz="1800">
                  <a:solidFill>
                    <a:srgbClr val="5785A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badge</a:t>
              </a:r>
              <a:endParaRPr sz="1800">
                <a:solidFill>
                  <a:srgbClr val="5785A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73" name="Google Shape;473;p6"/>
            <p:cNvSpPr txBox="1"/>
            <p:nvPr/>
          </p:nvSpPr>
          <p:spPr>
            <a:xfrm>
              <a:off x="228600" y="142875"/>
              <a:ext cx="2762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موديول الموردين</a:t>
              </a:r>
              <a:endParaRPr b="1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ar-SA" sz="12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يوجد موديول خاص بالموردين وبياناتهم</a:t>
              </a:r>
              <a:endParaRPr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4" name="Google Shape;474;p6"/>
          <p:cNvGrpSpPr/>
          <p:nvPr/>
        </p:nvGrpSpPr>
        <p:grpSpPr>
          <a:xfrm>
            <a:off x="571500" y="1428750"/>
            <a:ext cx="3810000" cy="1428900"/>
            <a:chOff x="0" y="0"/>
            <a:chExt cx="3810000" cy="1428900"/>
          </a:xfrm>
        </p:grpSpPr>
        <p:sp>
          <p:nvSpPr>
            <p:cNvPr id="475" name="Google Shape;475;p6"/>
            <p:cNvSpPr/>
            <p:nvPr/>
          </p:nvSpPr>
          <p:spPr>
            <a:xfrm>
              <a:off x="0" y="0"/>
              <a:ext cx="38100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3124200" y="247650"/>
              <a:ext cx="457200" cy="457200"/>
            </a:xfrm>
            <a:prstGeom prst="ellipse">
              <a:avLst/>
            </a:prstGeom>
            <a:solidFill>
              <a:srgbClr val="EDF4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6"/>
            <p:cNvSpPr txBox="1"/>
            <p:nvPr/>
          </p:nvSpPr>
          <p:spPr>
            <a:xfrm>
              <a:off x="3124200" y="273939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SA" sz="1800">
                  <a:solidFill>
                    <a:srgbClr val="5785A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shopping_cart</a:t>
              </a:r>
              <a:endParaRPr sz="1800">
                <a:solidFill>
                  <a:srgbClr val="5785A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78" name="Google Shape;478;p6"/>
            <p:cNvSpPr txBox="1"/>
            <p:nvPr/>
          </p:nvSpPr>
          <p:spPr>
            <a:xfrm>
              <a:off x="228600" y="142875"/>
              <a:ext cx="2762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حركات الشراء</a:t>
              </a:r>
              <a:endParaRPr b="1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ar-SA" sz="12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يمكن انشاء حركات الشراء من خلال صفحة الموردين</a:t>
              </a:r>
              <a:endParaRPr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p6"/>
          <p:cNvGrpSpPr/>
          <p:nvPr/>
        </p:nvGrpSpPr>
        <p:grpSpPr>
          <a:xfrm>
            <a:off x="4762500" y="3143250"/>
            <a:ext cx="3810000" cy="1428900"/>
            <a:chOff x="0" y="0"/>
            <a:chExt cx="3810000" cy="1428900"/>
          </a:xfrm>
        </p:grpSpPr>
        <p:sp>
          <p:nvSpPr>
            <p:cNvPr id="480" name="Google Shape;480;p6"/>
            <p:cNvSpPr/>
            <p:nvPr/>
          </p:nvSpPr>
          <p:spPr>
            <a:xfrm>
              <a:off x="0" y="0"/>
              <a:ext cx="38100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3124200" y="247650"/>
              <a:ext cx="457200" cy="457200"/>
            </a:xfrm>
            <a:prstGeom prst="ellipse">
              <a:avLst/>
            </a:prstGeom>
            <a:solidFill>
              <a:srgbClr val="EDF4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6"/>
            <p:cNvSpPr txBox="1"/>
            <p:nvPr/>
          </p:nvSpPr>
          <p:spPr>
            <a:xfrm>
              <a:off x="3124200" y="273939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SA" sz="1800">
                  <a:solidFill>
                    <a:srgbClr val="5785A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account_balance_wallet</a:t>
              </a:r>
              <a:endParaRPr sz="1800">
                <a:solidFill>
                  <a:srgbClr val="5785A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83" name="Google Shape;483;p6"/>
            <p:cNvSpPr txBox="1"/>
            <p:nvPr/>
          </p:nvSpPr>
          <p:spPr>
            <a:xfrm>
              <a:off x="228600" y="142875"/>
              <a:ext cx="2762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الأرصدة والمديونيات</a:t>
              </a:r>
              <a:endParaRPr b="1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ar-SA" sz="12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معرفة المديونيات لدي الموردين و ارصدتهم</a:t>
              </a:r>
              <a:endParaRPr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4" name="Google Shape;484;p6"/>
          <p:cNvGrpSpPr/>
          <p:nvPr/>
        </p:nvGrpSpPr>
        <p:grpSpPr>
          <a:xfrm>
            <a:off x="571500" y="3143250"/>
            <a:ext cx="3810000" cy="1428900"/>
            <a:chOff x="0" y="0"/>
            <a:chExt cx="3810000" cy="1428900"/>
          </a:xfrm>
        </p:grpSpPr>
        <p:sp>
          <p:nvSpPr>
            <p:cNvPr id="485" name="Google Shape;485;p6"/>
            <p:cNvSpPr/>
            <p:nvPr/>
          </p:nvSpPr>
          <p:spPr>
            <a:xfrm>
              <a:off x="0" y="0"/>
              <a:ext cx="3810000" cy="14289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6"/>
            <p:cNvSpPr/>
            <p:nvPr/>
          </p:nvSpPr>
          <p:spPr>
            <a:xfrm>
              <a:off x="3124200" y="247650"/>
              <a:ext cx="457200" cy="457200"/>
            </a:xfrm>
            <a:prstGeom prst="ellipse">
              <a:avLst/>
            </a:prstGeom>
            <a:solidFill>
              <a:srgbClr val="EDF4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6"/>
            <p:cNvSpPr txBox="1"/>
            <p:nvPr/>
          </p:nvSpPr>
          <p:spPr>
            <a:xfrm>
              <a:off x="3124200" y="273939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SA" sz="1800">
                  <a:solidFill>
                    <a:srgbClr val="5785A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assessment</a:t>
              </a:r>
              <a:endParaRPr sz="1800">
                <a:solidFill>
                  <a:srgbClr val="5785A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88" name="Google Shape;488;p6"/>
            <p:cNvSpPr txBox="1"/>
            <p:nvPr/>
          </p:nvSpPr>
          <p:spPr>
            <a:xfrm>
              <a:off x="228600" y="142875"/>
              <a:ext cx="2762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التقارير</a:t>
              </a:r>
              <a:endParaRPr b="1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1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ar-SA" sz="12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تقارير لحركة كل مورد وتقارير اخري</a:t>
              </a:r>
              <a:endParaRPr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7"/>
          <p:cNvGrpSpPr/>
          <p:nvPr/>
        </p:nvGrpSpPr>
        <p:grpSpPr>
          <a:xfrm>
            <a:off x="-454483" y="-10753"/>
            <a:ext cx="865842" cy="5165006"/>
            <a:chOff x="-458975" y="-1"/>
            <a:chExt cx="865842" cy="5165006"/>
          </a:xfrm>
        </p:grpSpPr>
        <p:sp>
          <p:nvSpPr>
            <p:cNvPr id="494" name="Google Shape;494;p7"/>
            <p:cNvSpPr/>
            <p:nvPr/>
          </p:nvSpPr>
          <p:spPr>
            <a:xfrm>
              <a:off x="-458975" y="3326988"/>
              <a:ext cx="855245" cy="295131"/>
            </a:xfrm>
            <a:custGeom>
              <a:rect b="b" l="l" r="r" t="t"/>
              <a:pathLst>
                <a:path extrusionOk="0" h="6099" w="17674">
                  <a:moveTo>
                    <a:pt x="11736" y="1"/>
                  </a:moveTo>
                  <a:cubicBezTo>
                    <a:pt x="11619" y="1"/>
                    <a:pt x="11474" y="28"/>
                    <a:pt x="11290" y="76"/>
                  </a:cubicBezTo>
                  <a:cubicBezTo>
                    <a:pt x="10457" y="334"/>
                    <a:pt x="9633" y="460"/>
                    <a:pt x="8808" y="460"/>
                  </a:cubicBezTo>
                  <a:cubicBezTo>
                    <a:pt x="8030" y="460"/>
                    <a:pt x="7252" y="348"/>
                    <a:pt x="6467" y="132"/>
                  </a:cubicBezTo>
                  <a:cubicBezTo>
                    <a:pt x="6226" y="57"/>
                    <a:pt x="6052" y="11"/>
                    <a:pt x="5921" y="11"/>
                  </a:cubicBezTo>
                  <a:cubicBezTo>
                    <a:pt x="5659" y="11"/>
                    <a:pt x="5566" y="197"/>
                    <a:pt x="5436" y="717"/>
                  </a:cubicBezTo>
                  <a:cubicBezTo>
                    <a:pt x="5296" y="1275"/>
                    <a:pt x="5046" y="1749"/>
                    <a:pt x="4460" y="1832"/>
                  </a:cubicBezTo>
                  <a:cubicBezTo>
                    <a:pt x="3401" y="1944"/>
                    <a:pt x="2342" y="1972"/>
                    <a:pt x="1282" y="1972"/>
                  </a:cubicBezTo>
                  <a:cubicBezTo>
                    <a:pt x="864" y="1972"/>
                    <a:pt x="474" y="2027"/>
                    <a:pt x="251" y="2390"/>
                  </a:cubicBezTo>
                  <a:cubicBezTo>
                    <a:pt x="0" y="2724"/>
                    <a:pt x="0" y="3142"/>
                    <a:pt x="251" y="3505"/>
                  </a:cubicBezTo>
                  <a:cubicBezTo>
                    <a:pt x="452" y="3807"/>
                    <a:pt x="767" y="3927"/>
                    <a:pt x="1155" y="3927"/>
                  </a:cubicBezTo>
                  <a:cubicBezTo>
                    <a:pt x="1197" y="3927"/>
                    <a:pt x="1239" y="3926"/>
                    <a:pt x="1282" y="3923"/>
                  </a:cubicBezTo>
                  <a:cubicBezTo>
                    <a:pt x="2258" y="3811"/>
                    <a:pt x="3234" y="3728"/>
                    <a:pt x="4209" y="3672"/>
                  </a:cubicBezTo>
                  <a:cubicBezTo>
                    <a:pt x="4239" y="3671"/>
                    <a:pt x="4267" y="3670"/>
                    <a:pt x="4295" y="3670"/>
                  </a:cubicBezTo>
                  <a:cubicBezTo>
                    <a:pt x="4881" y="3670"/>
                    <a:pt x="5195" y="3946"/>
                    <a:pt x="5408" y="4425"/>
                  </a:cubicBezTo>
                  <a:cubicBezTo>
                    <a:pt x="5715" y="5094"/>
                    <a:pt x="6244" y="5567"/>
                    <a:pt x="6941" y="5790"/>
                  </a:cubicBezTo>
                  <a:cubicBezTo>
                    <a:pt x="7576" y="6002"/>
                    <a:pt x="8227" y="6099"/>
                    <a:pt x="8880" y="6099"/>
                  </a:cubicBezTo>
                  <a:cubicBezTo>
                    <a:pt x="9433" y="6099"/>
                    <a:pt x="9988" y="6030"/>
                    <a:pt x="10537" y="5902"/>
                  </a:cubicBezTo>
                  <a:cubicBezTo>
                    <a:pt x="11290" y="5735"/>
                    <a:pt x="11959" y="5317"/>
                    <a:pt x="12265" y="4536"/>
                  </a:cubicBezTo>
                  <a:cubicBezTo>
                    <a:pt x="12516" y="3960"/>
                    <a:pt x="12879" y="3631"/>
                    <a:pt x="13456" y="3631"/>
                  </a:cubicBezTo>
                  <a:cubicBezTo>
                    <a:pt x="13521" y="3631"/>
                    <a:pt x="13588" y="3636"/>
                    <a:pt x="13659" y="3644"/>
                  </a:cubicBezTo>
                  <a:cubicBezTo>
                    <a:pt x="14607" y="3700"/>
                    <a:pt x="15555" y="3811"/>
                    <a:pt x="16419" y="3895"/>
                  </a:cubicBezTo>
                  <a:cubicBezTo>
                    <a:pt x="16455" y="3897"/>
                    <a:pt x="16491" y="3898"/>
                    <a:pt x="16527" y="3898"/>
                  </a:cubicBezTo>
                  <a:cubicBezTo>
                    <a:pt x="16923" y="3898"/>
                    <a:pt x="17245" y="3754"/>
                    <a:pt x="17450" y="3421"/>
                  </a:cubicBezTo>
                  <a:cubicBezTo>
                    <a:pt x="17673" y="3087"/>
                    <a:pt x="17673" y="2696"/>
                    <a:pt x="17422" y="2362"/>
                  </a:cubicBezTo>
                  <a:cubicBezTo>
                    <a:pt x="17171" y="2027"/>
                    <a:pt x="16837" y="1944"/>
                    <a:pt x="16419" y="1944"/>
                  </a:cubicBezTo>
                  <a:cubicBezTo>
                    <a:pt x="15499" y="1944"/>
                    <a:pt x="14551" y="1888"/>
                    <a:pt x="13631" y="1860"/>
                  </a:cubicBezTo>
                  <a:cubicBezTo>
                    <a:pt x="12823" y="1832"/>
                    <a:pt x="12405" y="1386"/>
                    <a:pt x="12237" y="606"/>
                  </a:cubicBezTo>
                  <a:cubicBezTo>
                    <a:pt x="12138" y="169"/>
                    <a:pt x="12025" y="1"/>
                    <a:pt x="11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-458975" y="3731654"/>
              <a:ext cx="857906" cy="297308"/>
            </a:xfrm>
            <a:custGeom>
              <a:rect b="b" l="l" r="r" t="t"/>
              <a:pathLst>
                <a:path extrusionOk="0" h="6144" w="17729">
                  <a:moveTo>
                    <a:pt x="11714" y="1"/>
                  </a:moveTo>
                  <a:cubicBezTo>
                    <a:pt x="11637" y="1"/>
                    <a:pt x="11551" y="16"/>
                    <a:pt x="11457" y="48"/>
                  </a:cubicBezTo>
                  <a:cubicBezTo>
                    <a:pt x="10582" y="330"/>
                    <a:pt x="9700" y="476"/>
                    <a:pt x="8819" y="476"/>
                  </a:cubicBezTo>
                  <a:cubicBezTo>
                    <a:pt x="7958" y="476"/>
                    <a:pt x="7098" y="337"/>
                    <a:pt x="6244" y="48"/>
                  </a:cubicBezTo>
                  <a:cubicBezTo>
                    <a:pt x="6162" y="22"/>
                    <a:pt x="6088" y="10"/>
                    <a:pt x="6021" y="10"/>
                  </a:cubicBezTo>
                  <a:cubicBezTo>
                    <a:pt x="5796" y="10"/>
                    <a:pt x="5655" y="152"/>
                    <a:pt x="5547" y="410"/>
                  </a:cubicBezTo>
                  <a:cubicBezTo>
                    <a:pt x="5464" y="577"/>
                    <a:pt x="5436" y="772"/>
                    <a:pt x="5380" y="968"/>
                  </a:cubicBezTo>
                  <a:cubicBezTo>
                    <a:pt x="5185" y="1441"/>
                    <a:pt x="4878" y="1832"/>
                    <a:pt x="4349" y="1860"/>
                  </a:cubicBezTo>
                  <a:cubicBezTo>
                    <a:pt x="3345" y="1943"/>
                    <a:pt x="2314" y="1971"/>
                    <a:pt x="1255" y="1999"/>
                  </a:cubicBezTo>
                  <a:cubicBezTo>
                    <a:pt x="809" y="1999"/>
                    <a:pt x="446" y="2083"/>
                    <a:pt x="195" y="2445"/>
                  </a:cubicBezTo>
                  <a:cubicBezTo>
                    <a:pt x="0" y="2807"/>
                    <a:pt x="0" y="3198"/>
                    <a:pt x="251" y="3532"/>
                  </a:cubicBezTo>
                  <a:cubicBezTo>
                    <a:pt x="473" y="3842"/>
                    <a:pt x="747" y="3976"/>
                    <a:pt x="1088" y="3976"/>
                  </a:cubicBezTo>
                  <a:cubicBezTo>
                    <a:pt x="1176" y="3976"/>
                    <a:pt x="1269" y="3967"/>
                    <a:pt x="1366" y="3950"/>
                  </a:cubicBezTo>
                  <a:cubicBezTo>
                    <a:pt x="2230" y="3839"/>
                    <a:pt x="3122" y="3783"/>
                    <a:pt x="4014" y="3671"/>
                  </a:cubicBezTo>
                  <a:cubicBezTo>
                    <a:pt x="4101" y="3658"/>
                    <a:pt x="4184" y="3652"/>
                    <a:pt x="4263" y="3652"/>
                  </a:cubicBezTo>
                  <a:cubicBezTo>
                    <a:pt x="4843" y="3652"/>
                    <a:pt x="5218" y="4006"/>
                    <a:pt x="5464" y="4619"/>
                  </a:cubicBezTo>
                  <a:cubicBezTo>
                    <a:pt x="5742" y="5205"/>
                    <a:pt x="6244" y="5623"/>
                    <a:pt x="6857" y="5846"/>
                  </a:cubicBezTo>
                  <a:cubicBezTo>
                    <a:pt x="7485" y="6055"/>
                    <a:pt x="8121" y="6143"/>
                    <a:pt x="8766" y="6143"/>
                  </a:cubicBezTo>
                  <a:cubicBezTo>
                    <a:pt x="9240" y="6143"/>
                    <a:pt x="9719" y="6096"/>
                    <a:pt x="10203" y="6013"/>
                  </a:cubicBezTo>
                  <a:cubicBezTo>
                    <a:pt x="11262" y="5846"/>
                    <a:pt x="12014" y="5316"/>
                    <a:pt x="12433" y="4313"/>
                  </a:cubicBezTo>
                  <a:cubicBezTo>
                    <a:pt x="12564" y="3918"/>
                    <a:pt x="12894" y="3697"/>
                    <a:pt x="13306" y="3697"/>
                  </a:cubicBezTo>
                  <a:cubicBezTo>
                    <a:pt x="13331" y="3697"/>
                    <a:pt x="13355" y="3698"/>
                    <a:pt x="13380" y="3699"/>
                  </a:cubicBezTo>
                  <a:cubicBezTo>
                    <a:pt x="14384" y="3783"/>
                    <a:pt x="15415" y="3839"/>
                    <a:pt x="16419" y="3950"/>
                  </a:cubicBezTo>
                  <a:cubicBezTo>
                    <a:pt x="16510" y="3967"/>
                    <a:pt x="16599" y="3976"/>
                    <a:pt x="16686" y="3976"/>
                  </a:cubicBezTo>
                  <a:cubicBezTo>
                    <a:pt x="17019" y="3976"/>
                    <a:pt x="17306" y="3842"/>
                    <a:pt x="17506" y="3532"/>
                  </a:cubicBezTo>
                  <a:cubicBezTo>
                    <a:pt x="17729" y="3198"/>
                    <a:pt x="17729" y="2807"/>
                    <a:pt x="17506" y="2445"/>
                  </a:cubicBezTo>
                  <a:cubicBezTo>
                    <a:pt x="17227" y="2083"/>
                    <a:pt x="16865" y="1999"/>
                    <a:pt x="16419" y="1999"/>
                  </a:cubicBezTo>
                  <a:cubicBezTo>
                    <a:pt x="15332" y="1999"/>
                    <a:pt x="14300" y="1971"/>
                    <a:pt x="13241" y="1832"/>
                  </a:cubicBezTo>
                  <a:cubicBezTo>
                    <a:pt x="12572" y="1720"/>
                    <a:pt x="12377" y="1163"/>
                    <a:pt x="12237" y="577"/>
                  </a:cubicBezTo>
                  <a:cubicBezTo>
                    <a:pt x="12151" y="188"/>
                    <a:pt x="11981" y="1"/>
                    <a:pt x="117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-453604" y="4156740"/>
              <a:ext cx="852535" cy="293631"/>
            </a:xfrm>
            <a:custGeom>
              <a:rect b="b" l="l" r="r" t="t"/>
              <a:pathLst>
                <a:path extrusionOk="0" h="6068" w="17618">
                  <a:moveTo>
                    <a:pt x="11747" y="1"/>
                  </a:moveTo>
                  <a:cubicBezTo>
                    <a:pt x="11634" y="1"/>
                    <a:pt x="11494" y="26"/>
                    <a:pt x="11318" y="71"/>
                  </a:cubicBezTo>
                  <a:cubicBezTo>
                    <a:pt x="10500" y="330"/>
                    <a:pt x="9675" y="455"/>
                    <a:pt x="8850" y="455"/>
                  </a:cubicBezTo>
                  <a:cubicBezTo>
                    <a:pt x="8072" y="455"/>
                    <a:pt x="7295" y="343"/>
                    <a:pt x="6523" y="127"/>
                  </a:cubicBezTo>
                  <a:cubicBezTo>
                    <a:pt x="6273" y="53"/>
                    <a:pt x="6093" y="6"/>
                    <a:pt x="5958" y="6"/>
                  </a:cubicBezTo>
                  <a:cubicBezTo>
                    <a:pt x="5687" y="6"/>
                    <a:pt x="5594" y="192"/>
                    <a:pt x="5464" y="712"/>
                  </a:cubicBezTo>
                  <a:cubicBezTo>
                    <a:pt x="5325" y="1270"/>
                    <a:pt x="5018" y="1744"/>
                    <a:pt x="4377" y="1827"/>
                  </a:cubicBezTo>
                  <a:cubicBezTo>
                    <a:pt x="3513" y="1939"/>
                    <a:pt x="2677" y="1995"/>
                    <a:pt x="1813" y="2078"/>
                  </a:cubicBezTo>
                  <a:cubicBezTo>
                    <a:pt x="1813" y="2023"/>
                    <a:pt x="1813" y="2023"/>
                    <a:pt x="1757" y="1967"/>
                  </a:cubicBezTo>
                  <a:cubicBezTo>
                    <a:pt x="1534" y="1967"/>
                    <a:pt x="1283" y="1939"/>
                    <a:pt x="1032" y="1939"/>
                  </a:cubicBezTo>
                  <a:cubicBezTo>
                    <a:pt x="475" y="1939"/>
                    <a:pt x="1" y="2413"/>
                    <a:pt x="29" y="2942"/>
                  </a:cubicBezTo>
                  <a:cubicBezTo>
                    <a:pt x="81" y="3493"/>
                    <a:pt x="577" y="3895"/>
                    <a:pt x="1145" y="3895"/>
                  </a:cubicBezTo>
                  <a:cubicBezTo>
                    <a:pt x="1182" y="3895"/>
                    <a:pt x="1218" y="3894"/>
                    <a:pt x="1255" y="3890"/>
                  </a:cubicBezTo>
                  <a:cubicBezTo>
                    <a:pt x="2286" y="3779"/>
                    <a:pt x="3346" y="3695"/>
                    <a:pt x="4377" y="3639"/>
                  </a:cubicBezTo>
                  <a:cubicBezTo>
                    <a:pt x="4405" y="3638"/>
                    <a:pt x="4432" y="3637"/>
                    <a:pt x="4459" y="3637"/>
                  </a:cubicBezTo>
                  <a:cubicBezTo>
                    <a:pt x="4912" y="3637"/>
                    <a:pt x="5195" y="3861"/>
                    <a:pt x="5353" y="4308"/>
                  </a:cubicBezTo>
                  <a:cubicBezTo>
                    <a:pt x="5631" y="5061"/>
                    <a:pt x="6189" y="5507"/>
                    <a:pt x="6969" y="5758"/>
                  </a:cubicBezTo>
                  <a:cubicBezTo>
                    <a:pt x="7572" y="5982"/>
                    <a:pt x="8184" y="6067"/>
                    <a:pt x="8801" y="6067"/>
                  </a:cubicBezTo>
                  <a:cubicBezTo>
                    <a:pt x="9184" y="6067"/>
                    <a:pt x="9568" y="6034"/>
                    <a:pt x="9952" y="5981"/>
                  </a:cubicBezTo>
                  <a:cubicBezTo>
                    <a:pt x="11039" y="5786"/>
                    <a:pt x="11931" y="5312"/>
                    <a:pt x="12405" y="4197"/>
                  </a:cubicBezTo>
                  <a:cubicBezTo>
                    <a:pt x="12561" y="3808"/>
                    <a:pt x="12885" y="3636"/>
                    <a:pt x="13287" y="3636"/>
                  </a:cubicBezTo>
                  <a:cubicBezTo>
                    <a:pt x="13318" y="3636"/>
                    <a:pt x="13349" y="3637"/>
                    <a:pt x="13381" y="3639"/>
                  </a:cubicBezTo>
                  <a:cubicBezTo>
                    <a:pt x="14384" y="3695"/>
                    <a:pt x="15388" y="3779"/>
                    <a:pt x="16419" y="3890"/>
                  </a:cubicBezTo>
                  <a:cubicBezTo>
                    <a:pt x="16512" y="3902"/>
                    <a:pt x="16603" y="3909"/>
                    <a:pt x="16691" y="3909"/>
                  </a:cubicBezTo>
                  <a:cubicBezTo>
                    <a:pt x="17028" y="3909"/>
                    <a:pt x="17318" y="3809"/>
                    <a:pt x="17451" y="3500"/>
                  </a:cubicBezTo>
                  <a:cubicBezTo>
                    <a:pt x="17590" y="3193"/>
                    <a:pt x="17618" y="2775"/>
                    <a:pt x="17534" y="2441"/>
                  </a:cubicBezTo>
                  <a:cubicBezTo>
                    <a:pt x="17339" y="2023"/>
                    <a:pt x="16921" y="1939"/>
                    <a:pt x="16475" y="1939"/>
                  </a:cubicBezTo>
                  <a:cubicBezTo>
                    <a:pt x="16099" y="1953"/>
                    <a:pt x="15722" y="1960"/>
                    <a:pt x="15346" y="1960"/>
                  </a:cubicBezTo>
                  <a:cubicBezTo>
                    <a:pt x="14970" y="1960"/>
                    <a:pt x="14593" y="1953"/>
                    <a:pt x="14217" y="1939"/>
                  </a:cubicBezTo>
                  <a:cubicBezTo>
                    <a:pt x="12879" y="1855"/>
                    <a:pt x="12517" y="1577"/>
                    <a:pt x="12266" y="601"/>
                  </a:cubicBezTo>
                  <a:cubicBezTo>
                    <a:pt x="12165" y="176"/>
                    <a:pt x="12049" y="1"/>
                    <a:pt x="11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-453604" y="4573599"/>
              <a:ext cx="852535" cy="292760"/>
            </a:xfrm>
            <a:custGeom>
              <a:rect b="b" l="l" r="r" t="t"/>
              <a:pathLst>
                <a:path extrusionOk="0" h="6050" w="17618">
                  <a:moveTo>
                    <a:pt x="11656" y="0"/>
                  </a:moveTo>
                  <a:cubicBezTo>
                    <a:pt x="11578" y="0"/>
                    <a:pt x="11492" y="14"/>
                    <a:pt x="11402" y="42"/>
                  </a:cubicBezTo>
                  <a:cubicBezTo>
                    <a:pt x="10510" y="321"/>
                    <a:pt x="9625" y="460"/>
                    <a:pt x="8747" y="460"/>
                  </a:cubicBezTo>
                  <a:cubicBezTo>
                    <a:pt x="7868" y="460"/>
                    <a:pt x="6997" y="321"/>
                    <a:pt x="6133" y="42"/>
                  </a:cubicBezTo>
                  <a:cubicBezTo>
                    <a:pt x="6052" y="15"/>
                    <a:pt x="5980" y="2"/>
                    <a:pt x="5916" y="2"/>
                  </a:cubicBezTo>
                  <a:cubicBezTo>
                    <a:pt x="5651" y="2"/>
                    <a:pt x="5521" y="213"/>
                    <a:pt x="5408" y="460"/>
                  </a:cubicBezTo>
                  <a:cubicBezTo>
                    <a:pt x="5297" y="739"/>
                    <a:pt x="5269" y="1045"/>
                    <a:pt x="5074" y="1268"/>
                  </a:cubicBezTo>
                  <a:cubicBezTo>
                    <a:pt x="4879" y="1491"/>
                    <a:pt x="4572" y="1770"/>
                    <a:pt x="4238" y="1826"/>
                  </a:cubicBezTo>
                  <a:cubicBezTo>
                    <a:pt x="3206" y="1910"/>
                    <a:pt x="2119" y="1965"/>
                    <a:pt x="1032" y="1965"/>
                  </a:cubicBezTo>
                  <a:cubicBezTo>
                    <a:pt x="447" y="1965"/>
                    <a:pt x="1" y="2300"/>
                    <a:pt x="1" y="2885"/>
                  </a:cubicBezTo>
                  <a:cubicBezTo>
                    <a:pt x="1" y="3490"/>
                    <a:pt x="422" y="3921"/>
                    <a:pt x="962" y="3921"/>
                  </a:cubicBezTo>
                  <a:cubicBezTo>
                    <a:pt x="994" y="3921"/>
                    <a:pt x="1027" y="3920"/>
                    <a:pt x="1060" y="3917"/>
                  </a:cubicBezTo>
                  <a:cubicBezTo>
                    <a:pt x="1924" y="3805"/>
                    <a:pt x="2732" y="3666"/>
                    <a:pt x="3624" y="3638"/>
                  </a:cubicBezTo>
                  <a:cubicBezTo>
                    <a:pt x="3767" y="3629"/>
                    <a:pt x="3899" y="3622"/>
                    <a:pt x="4022" y="3622"/>
                  </a:cubicBezTo>
                  <a:cubicBezTo>
                    <a:pt x="4643" y="3622"/>
                    <a:pt x="5027" y="3780"/>
                    <a:pt x="5353" y="4502"/>
                  </a:cubicBezTo>
                  <a:cubicBezTo>
                    <a:pt x="5631" y="5171"/>
                    <a:pt x="6189" y="5645"/>
                    <a:pt x="6914" y="5812"/>
                  </a:cubicBezTo>
                  <a:cubicBezTo>
                    <a:pt x="7555" y="5982"/>
                    <a:pt x="8184" y="6050"/>
                    <a:pt x="8827" y="6050"/>
                  </a:cubicBezTo>
                  <a:cubicBezTo>
                    <a:pt x="9133" y="6050"/>
                    <a:pt x="9442" y="6034"/>
                    <a:pt x="9757" y="6007"/>
                  </a:cubicBezTo>
                  <a:cubicBezTo>
                    <a:pt x="10928" y="5896"/>
                    <a:pt x="11820" y="5394"/>
                    <a:pt x="12322" y="4279"/>
                  </a:cubicBezTo>
                  <a:cubicBezTo>
                    <a:pt x="12461" y="4000"/>
                    <a:pt x="12851" y="3666"/>
                    <a:pt x="13102" y="3666"/>
                  </a:cubicBezTo>
                  <a:cubicBezTo>
                    <a:pt x="14189" y="3666"/>
                    <a:pt x="15248" y="3777"/>
                    <a:pt x="16336" y="3917"/>
                  </a:cubicBezTo>
                  <a:cubicBezTo>
                    <a:pt x="16420" y="3929"/>
                    <a:pt x="16501" y="3935"/>
                    <a:pt x="16580" y="3935"/>
                  </a:cubicBezTo>
                  <a:cubicBezTo>
                    <a:pt x="16866" y="3935"/>
                    <a:pt x="17114" y="3845"/>
                    <a:pt x="17311" y="3582"/>
                  </a:cubicBezTo>
                  <a:cubicBezTo>
                    <a:pt x="17590" y="3248"/>
                    <a:pt x="17618" y="2829"/>
                    <a:pt x="17395" y="2439"/>
                  </a:cubicBezTo>
                  <a:cubicBezTo>
                    <a:pt x="17172" y="2133"/>
                    <a:pt x="16865" y="1993"/>
                    <a:pt x="16447" y="1993"/>
                  </a:cubicBezTo>
                  <a:cubicBezTo>
                    <a:pt x="15667" y="1993"/>
                    <a:pt x="14942" y="1965"/>
                    <a:pt x="14189" y="1965"/>
                  </a:cubicBezTo>
                  <a:cubicBezTo>
                    <a:pt x="13102" y="1965"/>
                    <a:pt x="12294" y="1603"/>
                    <a:pt x="12099" y="376"/>
                  </a:cubicBezTo>
                  <a:cubicBezTo>
                    <a:pt x="12057" y="125"/>
                    <a:pt x="11889" y="0"/>
                    <a:pt x="116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-452249" y="2910710"/>
              <a:ext cx="859116" cy="292421"/>
            </a:xfrm>
            <a:custGeom>
              <a:rect b="b" l="l" r="r" t="t"/>
              <a:pathLst>
                <a:path extrusionOk="0" h="6043" w="17754">
                  <a:moveTo>
                    <a:pt x="11678" y="1"/>
                  </a:moveTo>
                  <a:cubicBezTo>
                    <a:pt x="11535" y="1"/>
                    <a:pt x="11356" y="44"/>
                    <a:pt x="11123" y="121"/>
                  </a:cubicBezTo>
                  <a:cubicBezTo>
                    <a:pt x="10340" y="355"/>
                    <a:pt x="9565" y="466"/>
                    <a:pt x="8792" y="466"/>
                  </a:cubicBezTo>
                  <a:cubicBezTo>
                    <a:pt x="7997" y="466"/>
                    <a:pt x="7204" y="348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5"/>
                    <a:pt x="5408" y="707"/>
                  </a:cubicBezTo>
                  <a:cubicBezTo>
                    <a:pt x="5213" y="1431"/>
                    <a:pt x="4767" y="1822"/>
                    <a:pt x="4070" y="1933"/>
                  </a:cubicBezTo>
                  <a:cubicBezTo>
                    <a:pt x="3457" y="1989"/>
                    <a:pt x="2816" y="2045"/>
                    <a:pt x="2203" y="2073"/>
                  </a:cubicBezTo>
                  <a:lnTo>
                    <a:pt x="2203" y="2045"/>
                  </a:lnTo>
                  <a:lnTo>
                    <a:pt x="1004" y="2045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59"/>
                    <a:pt x="574" y="3914"/>
                    <a:pt x="1111" y="3914"/>
                  </a:cubicBezTo>
                  <a:cubicBezTo>
                    <a:pt x="1131" y="3914"/>
                    <a:pt x="1151" y="3913"/>
                    <a:pt x="1171" y="3912"/>
                  </a:cubicBezTo>
                  <a:cubicBezTo>
                    <a:pt x="2203" y="3857"/>
                    <a:pt x="3234" y="3773"/>
                    <a:pt x="4293" y="3717"/>
                  </a:cubicBezTo>
                  <a:cubicBezTo>
                    <a:pt x="4341" y="3712"/>
                    <a:pt x="4388" y="3709"/>
                    <a:pt x="4433" y="3709"/>
                  </a:cubicBezTo>
                  <a:cubicBezTo>
                    <a:pt x="4838" y="3709"/>
                    <a:pt x="5146" y="3930"/>
                    <a:pt x="5297" y="4330"/>
                  </a:cubicBezTo>
                  <a:cubicBezTo>
                    <a:pt x="5631" y="5195"/>
                    <a:pt x="6328" y="5752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30"/>
                    <a:pt x="9868" y="6003"/>
                  </a:cubicBezTo>
                  <a:cubicBezTo>
                    <a:pt x="11011" y="5891"/>
                    <a:pt x="11959" y="5390"/>
                    <a:pt x="12405" y="4219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5"/>
                    <a:pt x="15471" y="3773"/>
                    <a:pt x="16531" y="3884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8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9"/>
                  </a:cubicBezTo>
                  <a:cubicBezTo>
                    <a:pt x="16399" y="1999"/>
                    <a:pt x="16210" y="2004"/>
                    <a:pt x="16021" y="2004"/>
                  </a:cubicBezTo>
                  <a:cubicBezTo>
                    <a:pt x="15198" y="2004"/>
                    <a:pt x="14364" y="1918"/>
                    <a:pt x="13548" y="1850"/>
                  </a:cubicBezTo>
                  <a:cubicBezTo>
                    <a:pt x="12823" y="1794"/>
                    <a:pt x="12461" y="1487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-452249" y="2493995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49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30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57"/>
                    <a:pt x="574" y="3912"/>
                    <a:pt x="1111" y="3912"/>
                  </a:cubicBezTo>
                  <a:cubicBezTo>
                    <a:pt x="1131" y="3912"/>
                    <a:pt x="1151" y="3912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41" y="3710"/>
                    <a:pt x="4388" y="3707"/>
                    <a:pt x="4433" y="3707"/>
                  </a:cubicBezTo>
                  <a:cubicBezTo>
                    <a:pt x="4838" y="3707"/>
                    <a:pt x="5146" y="3928"/>
                    <a:pt x="5297" y="4329"/>
                  </a:cubicBezTo>
                  <a:cubicBezTo>
                    <a:pt x="5631" y="5193"/>
                    <a:pt x="6328" y="5751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0"/>
                    <a:pt x="16734" y="3900"/>
                  </a:cubicBezTo>
                  <a:cubicBezTo>
                    <a:pt x="17137" y="3900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-452249" y="2079120"/>
              <a:ext cx="859116" cy="292518"/>
            </a:xfrm>
            <a:custGeom>
              <a:rect b="b" l="l" r="r" t="t"/>
              <a:pathLst>
                <a:path extrusionOk="0" h="6045" w="17754">
                  <a:moveTo>
                    <a:pt x="11671" y="1"/>
                  </a:moveTo>
                  <a:cubicBezTo>
                    <a:pt x="11530" y="1"/>
                    <a:pt x="11352" y="40"/>
                    <a:pt x="11123" y="108"/>
                  </a:cubicBezTo>
                  <a:cubicBezTo>
                    <a:pt x="10340" y="356"/>
                    <a:pt x="9563" y="474"/>
                    <a:pt x="8790" y="474"/>
                  </a:cubicBezTo>
                  <a:cubicBezTo>
                    <a:pt x="7995" y="474"/>
                    <a:pt x="7204" y="349"/>
                    <a:pt x="6412" y="108"/>
                  </a:cubicBezTo>
                  <a:cubicBezTo>
                    <a:pt x="6226" y="62"/>
                    <a:pt x="6079" y="35"/>
                    <a:pt x="5960" y="35"/>
                  </a:cubicBezTo>
                  <a:cubicBezTo>
                    <a:pt x="5650" y="35"/>
                    <a:pt x="5529" y="218"/>
                    <a:pt x="5408" y="722"/>
                  </a:cubicBezTo>
                  <a:cubicBezTo>
                    <a:pt x="5213" y="1446"/>
                    <a:pt x="4767" y="1837"/>
                    <a:pt x="4070" y="1920"/>
                  </a:cubicBezTo>
                  <a:cubicBezTo>
                    <a:pt x="3457" y="2004"/>
                    <a:pt x="2816" y="2032"/>
                    <a:pt x="2203" y="2087"/>
                  </a:cubicBezTo>
                  <a:lnTo>
                    <a:pt x="2203" y="2032"/>
                  </a:lnTo>
                  <a:lnTo>
                    <a:pt x="1004" y="2032"/>
                  </a:lnTo>
                  <a:cubicBezTo>
                    <a:pt x="447" y="2060"/>
                    <a:pt x="1" y="2533"/>
                    <a:pt x="28" y="3035"/>
                  </a:cubicBezTo>
                  <a:cubicBezTo>
                    <a:pt x="55" y="3547"/>
                    <a:pt x="577" y="3929"/>
                    <a:pt x="1115" y="3929"/>
                  </a:cubicBezTo>
                  <a:cubicBezTo>
                    <a:pt x="1134" y="3929"/>
                    <a:pt x="1153" y="3928"/>
                    <a:pt x="1171" y="3927"/>
                  </a:cubicBezTo>
                  <a:cubicBezTo>
                    <a:pt x="2203" y="3844"/>
                    <a:pt x="3234" y="3788"/>
                    <a:pt x="4293" y="3704"/>
                  </a:cubicBezTo>
                  <a:cubicBezTo>
                    <a:pt x="4323" y="3702"/>
                    <a:pt x="4352" y="3702"/>
                    <a:pt x="4380" y="3702"/>
                  </a:cubicBezTo>
                  <a:cubicBezTo>
                    <a:pt x="4811" y="3702"/>
                    <a:pt x="5140" y="3901"/>
                    <a:pt x="5297" y="4345"/>
                  </a:cubicBezTo>
                  <a:cubicBezTo>
                    <a:pt x="5631" y="5209"/>
                    <a:pt x="6328" y="5767"/>
                    <a:pt x="7248" y="5906"/>
                  </a:cubicBezTo>
                  <a:cubicBezTo>
                    <a:pt x="7839" y="6002"/>
                    <a:pt x="8429" y="6045"/>
                    <a:pt x="9029" y="6045"/>
                  </a:cubicBezTo>
                  <a:cubicBezTo>
                    <a:pt x="9306" y="6045"/>
                    <a:pt x="9586" y="6035"/>
                    <a:pt x="9868" y="6018"/>
                  </a:cubicBezTo>
                  <a:cubicBezTo>
                    <a:pt x="11011" y="5906"/>
                    <a:pt x="11959" y="5377"/>
                    <a:pt x="12405" y="4234"/>
                  </a:cubicBezTo>
                  <a:cubicBezTo>
                    <a:pt x="12560" y="3845"/>
                    <a:pt x="12884" y="3673"/>
                    <a:pt x="13265" y="3673"/>
                  </a:cubicBezTo>
                  <a:cubicBezTo>
                    <a:pt x="13294" y="3673"/>
                    <a:pt x="13323" y="3674"/>
                    <a:pt x="13353" y="3676"/>
                  </a:cubicBezTo>
                  <a:cubicBezTo>
                    <a:pt x="14384" y="3732"/>
                    <a:pt x="15471" y="3788"/>
                    <a:pt x="16531" y="3871"/>
                  </a:cubicBezTo>
                  <a:cubicBezTo>
                    <a:pt x="16601" y="3883"/>
                    <a:pt x="16669" y="3889"/>
                    <a:pt x="16734" y="3889"/>
                  </a:cubicBezTo>
                  <a:cubicBezTo>
                    <a:pt x="17137" y="3889"/>
                    <a:pt x="17442" y="3674"/>
                    <a:pt x="17562" y="3314"/>
                  </a:cubicBezTo>
                  <a:cubicBezTo>
                    <a:pt x="17754" y="2766"/>
                    <a:pt x="17461" y="2003"/>
                    <a:pt x="16631" y="2003"/>
                  </a:cubicBezTo>
                  <a:cubicBezTo>
                    <a:pt x="16616" y="2003"/>
                    <a:pt x="16601" y="2003"/>
                    <a:pt x="16586" y="2004"/>
                  </a:cubicBezTo>
                  <a:cubicBezTo>
                    <a:pt x="16478" y="2007"/>
                    <a:pt x="16369" y="2008"/>
                    <a:pt x="16260" y="2008"/>
                  </a:cubicBezTo>
                  <a:cubicBezTo>
                    <a:pt x="15360" y="2008"/>
                    <a:pt x="14443" y="1914"/>
                    <a:pt x="13548" y="1864"/>
                  </a:cubicBezTo>
                  <a:cubicBezTo>
                    <a:pt x="12823" y="1781"/>
                    <a:pt x="12461" y="1474"/>
                    <a:pt x="12266" y="749"/>
                  </a:cubicBezTo>
                  <a:cubicBezTo>
                    <a:pt x="12130" y="207"/>
                    <a:pt x="11994" y="1"/>
                    <a:pt x="116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-452249" y="1663083"/>
              <a:ext cx="859116" cy="292372"/>
            </a:xfrm>
            <a:custGeom>
              <a:rect b="b" l="l" r="r" t="t"/>
              <a:pathLst>
                <a:path extrusionOk="0" h="6042" w="17754">
                  <a:moveTo>
                    <a:pt x="11678" y="0"/>
                  </a:moveTo>
                  <a:cubicBezTo>
                    <a:pt x="11535" y="0"/>
                    <a:pt x="11356" y="43"/>
                    <a:pt x="11123" y="121"/>
                  </a:cubicBezTo>
                  <a:cubicBezTo>
                    <a:pt x="10340" y="354"/>
                    <a:pt x="9565" y="466"/>
                    <a:pt x="8792" y="466"/>
                  </a:cubicBezTo>
                  <a:cubicBezTo>
                    <a:pt x="7997" y="466"/>
                    <a:pt x="7204" y="347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4"/>
                    <a:pt x="5408" y="706"/>
                  </a:cubicBezTo>
                  <a:cubicBezTo>
                    <a:pt x="5213" y="1431"/>
                    <a:pt x="4767" y="1821"/>
                    <a:pt x="4070" y="1933"/>
                  </a:cubicBezTo>
                  <a:cubicBezTo>
                    <a:pt x="3457" y="1988"/>
                    <a:pt x="2816" y="2044"/>
                    <a:pt x="2203" y="2072"/>
                  </a:cubicBezTo>
                  <a:lnTo>
                    <a:pt x="2203" y="2016"/>
                  </a:lnTo>
                  <a:lnTo>
                    <a:pt x="1004" y="2016"/>
                  </a:lnTo>
                  <a:cubicBezTo>
                    <a:pt x="447" y="2072"/>
                    <a:pt x="1" y="2518"/>
                    <a:pt x="28" y="3048"/>
                  </a:cubicBezTo>
                  <a:cubicBezTo>
                    <a:pt x="55" y="3532"/>
                    <a:pt x="577" y="3913"/>
                    <a:pt x="1115" y="3913"/>
                  </a:cubicBezTo>
                  <a:cubicBezTo>
                    <a:pt x="1134" y="3913"/>
                    <a:pt x="1152" y="3913"/>
                    <a:pt x="1171" y="3912"/>
                  </a:cubicBezTo>
                  <a:cubicBezTo>
                    <a:pt x="2203" y="3856"/>
                    <a:pt x="3234" y="3772"/>
                    <a:pt x="4293" y="3717"/>
                  </a:cubicBezTo>
                  <a:cubicBezTo>
                    <a:pt x="4341" y="3711"/>
                    <a:pt x="4388" y="3708"/>
                    <a:pt x="4433" y="3708"/>
                  </a:cubicBezTo>
                  <a:cubicBezTo>
                    <a:pt x="4838" y="3708"/>
                    <a:pt x="5146" y="3929"/>
                    <a:pt x="5297" y="4330"/>
                  </a:cubicBezTo>
                  <a:cubicBezTo>
                    <a:pt x="5631" y="5194"/>
                    <a:pt x="6328" y="5751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29"/>
                    <a:pt x="9868" y="6002"/>
                  </a:cubicBezTo>
                  <a:cubicBezTo>
                    <a:pt x="11011" y="5891"/>
                    <a:pt x="11959" y="5389"/>
                    <a:pt x="12405" y="4218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587" y="3890"/>
                    <a:pt x="16641" y="3893"/>
                    <a:pt x="16695" y="3893"/>
                  </a:cubicBezTo>
                  <a:cubicBezTo>
                    <a:pt x="17116" y="3893"/>
                    <a:pt x="17438" y="3698"/>
                    <a:pt x="17562" y="3326"/>
                  </a:cubicBezTo>
                  <a:cubicBezTo>
                    <a:pt x="17754" y="2778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8"/>
                  </a:cubicBezTo>
                  <a:cubicBezTo>
                    <a:pt x="16399" y="1999"/>
                    <a:pt x="16210" y="2003"/>
                    <a:pt x="16021" y="2003"/>
                  </a:cubicBezTo>
                  <a:cubicBezTo>
                    <a:pt x="15198" y="2003"/>
                    <a:pt x="14364" y="1917"/>
                    <a:pt x="13548" y="1849"/>
                  </a:cubicBezTo>
                  <a:cubicBezTo>
                    <a:pt x="12823" y="1793"/>
                    <a:pt x="12461" y="1459"/>
                    <a:pt x="12266" y="734"/>
                  </a:cubicBezTo>
                  <a:cubicBezTo>
                    <a:pt x="12131" y="214"/>
                    <a:pt x="11996" y="0"/>
                    <a:pt x="116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-452249" y="1247675"/>
              <a:ext cx="859116" cy="292711"/>
            </a:xfrm>
            <a:custGeom>
              <a:rect b="b" l="l" r="r" t="t"/>
              <a:pathLst>
                <a:path extrusionOk="0" h="6049" w="17754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1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9"/>
                    <a:pt x="12405" y="4246"/>
                  </a:cubicBezTo>
                  <a:cubicBezTo>
                    <a:pt x="12560" y="3857"/>
                    <a:pt x="12884" y="3685"/>
                    <a:pt x="13265" y="3685"/>
                  </a:cubicBezTo>
                  <a:cubicBezTo>
                    <a:pt x="13294" y="3685"/>
                    <a:pt x="13323" y="3686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5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3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-452249" y="832170"/>
              <a:ext cx="859116" cy="291840"/>
            </a:xfrm>
            <a:custGeom>
              <a:rect b="b" l="l" r="r" t="t"/>
              <a:pathLst>
                <a:path extrusionOk="0" h="6031" w="17754">
                  <a:moveTo>
                    <a:pt x="11678" y="1"/>
                  </a:moveTo>
                  <a:cubicBezTo>
                    <a:pt x="11535" y="1"/>
                    <a:pt x="11356" y="44"/>
                    <a:pt x="11123" y="122"/>
                  </a:cubicBezTo>
                  <a:cubicBezTo>
                    <a:pt x="10340" y="355"/>
                    <a:pt x="9565" y="467"/>
                    <a:pt x="8792" y="467"/>
                  </a:cubicBezTo>
                  <a:cubicBezTo>
                    <a:pt x="7997" y="467"/>
                    <a:pt x="7204" y="348"/>
                    <a:pt x="6412" y="122"/>
                  </a:cubicBezTo>
                  <a:cubicBezTo>
                    <a:pt x="6213" y="64"/>
                    <a:pt x="6059" y="30"/>
                    <a:pt x="5935" y="30"/>
                  </a:cubicBezTo>
                  <a:cubicBezTo>
                    <a:pt x="5643" y="30"/>
                    <a:pt x="5526" y="217"/>
                    <a:pt x="5408" y="707"/>
                  </a:cubicBezTo>
                  <a:cubicBezTo>
                    <a:pt x="5213" y="1432"/>
                    <a:pt x="4767" y="1822"/>
                    <a:pt x="4070" y="1933"/>
                  </a:cubicBezTo>
                  <a:cubicBezTo>
                    <a:pt x="3457" y="1989"/>
                    <a:pt x="2816" y="2017"/>
                    <a:pt x="2203" y="2073"/>
                  </a:cubicBezTo>
                  <a:lnTo>
                    <a:pt x="2203" y="2017"/>
                  </a:lnTo>
                  <a:lnTo>
                    <a:pt x="1004" y="2017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33"/>
                    <a:pt x="577" y="3914"/>
                    <a:pt x="1115" y="3914"/>
                  </a:cubicBezTo>
                  <a:cubicBezTo>
                    <a:pt x="1134" y="3914"/>
                    <a:pt x="1152" y="3914"/>
                    <a:pt x="1171" y="3913"/>
                  </a:cubicBezTo>
                  <a:cubicBezTo>
                    <a:pt x="2203" y="3829"/>
                    <a:pt x="3234" y="3773"/>
                    <a:pt x="4293" y="3690"/>
                  </a:cubicBezTo>
                  <a:cubicBezTo>
                    <a:pt x="4320" y="3688"/>
                    <a:pt x="4346" y="3687"/>
                    <a:pt x="4372" y="3687"/>
                  </a:cubicBezTo>
                  <a:cubicBezTo>
                    <a:pt x="4807" y="3687"/>
                    <a:pt x="5139" y="3910"/>
                    <a:pt x="5297" y="4331"/>
                  </a:cubicBezTo>
                  <a:cubicBezTo>
                    <a:pt x="5631" y="5195"/>
                    <a:pt x="6328" y="5752"/>
                    <a:pt x="7248" y="5892"/>
                  </a:cubicBezTo>
                  <a:cubicBezTo>
                    <a:pt x="7839" y="5987"/>
                    <a:pt x="8429" y="6030"/>
                    <a:pt x="9029" y="6030"/>
                  </a:cubicBezTo>
                  <a:cubicBezTo>
                    <a:pt x="9306" y="6030"/>
                    <a:pt x="9586" y="6021"/>
                    <a:pt x="9868" y="6003"/>
                  </a:cubicBezTo>
                  <a:cubicBezTo>
                    <a:pt x="11011" y="5892"/>
                    <a:pt x="11959" y="5362"/>
                    <a:pt x="12405" y="4219"/>
                  </a:cubicBezTo>
                  <a:cubicBezTo>
                    <a:pt x="12560" y="3831"/>
                    <a:pt x="12884" y="3659"/>
                    <a:pt x="13265" y="3659"/>
                  </a:cubicBezTo>
                  <a:cubicBezTo>
                    <a:pt x="13294" y="3659"/>
                    <a:pt x="13323" y="3660"/>
                    <a:pt x="13353" y="3662"/>
                  </a:cubicBezTo>
                  <a:cubicBezTo>
                    <a:pt x="14384" y="3745"/>
                    <a:pt x="15471" y="3773"/>
                    <a:pt x="16531" y="3885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9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9"/>
                    <a:pt x="16586" y="1989"/>
                  </a:cubicBezTo>
                  <a:cubicBezTo>
                    <a:pt x="16452" y="1993"/>
                    <a:pt x="16317" y="1995"/>
                    <a:pt x="16182" y="1995"/>
                  </a:cubicBezTo>
                  <a:cubicBezTo>
                    <a:pt x="15307" y="1995"/>
                    <a:pt x="14417" y="1922"/>
                    <a:pt x="13548" y="1850"/>
                  </a:cubicBezTo>
                  <a:cubicBezTo>
                    <a:pt x="12823" y="1794"/>
                    <a:pt x="12461" y="1460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-452249" y="416811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-452249" y="-1"/>
              <a:ext cx="859116" cy="292760"/>
            </a:xfrm>
            <a:custGeom>
              <a:rect b="b" l="l" r="r" t="t"/>
              <a:pathLst>
                <a:path extrusionOk="0" h="6050" w="17754">
                  <a:moveTo>
                    <a:pt x="11674" y="1"/>
                  </a:moveTo>
                  <a:cubicBezTo>
                    <a:pt x="11532" y="1"/>
                    <a:pt x="11353" y="44"/>
                    <a:pt x="11123" y="121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1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4"/>
                    <a:pt x="5408" y="706"/>
                  </a:cubicBezTo>
                  <a:cubicBezTo>
                    <a:pt x="5213" y="1459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2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2"/>
                    <a:pt x="1" y="2518"/>
                    <a:pt x="28" y="3047"/>
                  </a:cubicBezTo>
                  <a:cubicBezTo>
                    <a:pt x="55" y="3543"/>
                    <a:pt x="545" y="3917"/>
                    <a:pt x="1065" y="3917"/>
                  </a:cubicBezTo>
                  <a:cubicBezTo>
                    <a:pt x="1100" y="3917"/>
                    <a:pt x="1136" y="3915"/>
                    <a:pt x="1171" y="3912"/>
                  </a:cubicBezTo>
                  <a:cubicBezTo>
                    <a:pt x="2203" y="3856"/>
                    <a:pt x="3234" y="3772"/>
                    <a:pt x="4293" y="3716"/>
                  </a:cubicBezTo>
                  <a:cubicBezTo>
                    <a:pt x="4323" y="3715"/>
                    <a:pt x="4352" y="3714"/>
                    <a:pt x="4381" y="3714"/>
                  </a:cubicBezTo>
                  <a:cubicBezTo>
                    <a:pt x="4812" y="3714"/>
                    <a:pt x="5140" y="3911"/>
                    <a:pt x="5297" y="4330"/>
                  </a:cubicBezTo>
                  <a:cubicBezTo>
                    <a:pt x="5631" y="5222"/>
                    <a:pt x="6328" y="5779"/>
                    <a:pt x="7248" y="5919"/>
                  </a:cubicBezTo>
                  <a:cubicBezTo>
                    <a:pt x="7788" y="6006"/>
                    <a:pt x="8328" y="6049"/>
                    <a:pt x="8875" y="6049"/>
                  </a:cubicBezTo>
                  <a:cubicBezTo>
                    <a:pt x="9203" y="6049"/>
                    <a:pt x="9534" y="6034"/>
                    <a:pt x="9868" y="6002"/>
                  </a:cubicBezTo>
                  <a:cubicBezTo>
                    <a:pt x="11011" y="5919"/>
                    <a:pt x="11959" y="5389"/>
                    <a:pt x="12405" y="4246"/>
                  </a:cubicBezTo>
                  <a:cubicBezTo>
                    <a:pt x="12554" y="3875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9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6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6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7"/>
                  </a:cubicBezTo>
                  <a:cubicBezTo>
                    <a:pt x="12823" y="1793"/>
                    <a:pt x="12461" y="1486"/>
                    <a:pt x="12266" y="762"/>
                  </a:cubicBezTo>
                  <a:cubicBezTo>
                    <a:pt x="12130" y="220"/>
                    <a:pt x="11995" y="1"/>
                    <a:pt x="116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-349716" y="4932539"/>
              <a:ext cx="639184" cy="232466"/>
            </a:xfrm>
            <a:custGeom>
              <a:rect b="b" l="l" r="r" t="t"/>
              <a:pathLst>
                <a:path extrusionOk="0" h="4804" w="13209">
                  <a:moveTo>
                    <a:pt x="8759" y="0"/>
                  </a:moveTo>
                  <a:cubicBezTo>
                    <a:pt x="8709" y="0"/>
                    <a:pt x="8651" y="13"/>
                    <a:pt x="8586" y="39"/>
                  </a:cubicBezTo>
                  <a:cubicBezTo>
                    <a:pt x="7958" y="262"/>
                    <a:pt x="7317" y="366"/>
                    <a:pt x="6673" y="366"/>
                  </a:cubicBezTo>
                  <a:cubicBezTo>
                    <a:pt x="6028" y="366"/>
                    <a:pt x="5380" y="262"/>
                    <a:pt x="4739" y="67"/>
                  </a:cubicBezTo>
                  <a:cubicBezTo>
                    <a:pt x="4625" y="26"/>
                    <a:pt x="4538" y="4"/>
                    <a:pt x="4468" y="4"/>
                  </a:cubicBezTo>
                  <a:cubicBezTo>
                    <a:pt x="4298" y="4"/>
                    <a:pt x="4233" y="133"/>
                    <a:pt x="4153" y="429"/>
                  </a:cubicBezTo>
                  <a:cubicBezTo>
                    <a:pt x="3986" y="1014"/>
                    <a:pt x="3707" y="1516"/>
                    <a:pt x="3011" y="1516"/>
                  </a:cubicBezTo>
                  <a:cubicBezTo>
                    <a:pt x="2258" y="1544"/>
                    <a:pt x="1561" y="1600"/>
                    <a:pt x="836" y="1655"/>
                  </a:cubicBezTo>
                  <a:cubicBezTo>
                    <a:pt x="836" y="1572"/>
                    <a:pt x="808" y="1544"/>
                    <a:pt x="781" y="1460"/>
                  </a:cubicBezTo>
                  <a:cubicBezTo>
                    <a:pt x="558" y="1600"/>
                    <a:pt x="307" y="1711"/>
                    <a:pt x="223" y="1878"/>
                  </a:cubicBezTo>
                  <a:cubicBezTo>
                    <a:pt x="0" y="2213"/>
                    <a:pt x="0" y="2575"/>
                    <a:pt x="279" y="2826"/>
                  </a:cubicBezTo>
                  <a:cubicBezTo>
                    <a:pt x="446" y="2993"/>
                    <a:pt x="725" y="3077"/>
                    <a:pt x="948" y="3077"/>
                  </a:cubicBezTo>
                  <a:cubicBezTo>
                    <a:pt x="1673" y="3049"/>
                    <a:pt x="2369" y="2938"/>
                    <a:pt x="3094" y="2854"/>
                  </a:cubicBezTo>
                  <a:cubicBezTo>
                    <a:pt x="3119" y="2853"/>
                    <a:pt x="3144" y="2852"/>
                    <a:pt x="3168" y="2852"/>
                  </a:cubicBezTo>
                  <a:cubicBezTo>
                    <a:pt x="3624" y="2852"/>
                    <a:pt x="3883" y="3100"/>
                    <a:pt x="4042" y="3523"/>
                  </a:cubicBezTo>
                  <a:cubicBezTo>
                    <a:pt x="4265" y="3997"/>
                    <a:pt x="4572" y="4359"/>
                    <a:pt x="5073" y="4527"/>
                  </a:cubicBezTo>
                  <a:cubicBezTo>
                    <a:pt x="5569" y="4717"/>
                    <a:pt x="6077" y="4803"/>
                    <a:pt x="6598" y="4803"/>
                  </a:cubicBezTo>
                  <a:cubicBezTo>
                    <a:pt x="6840" y="4803"/>
                    <a:pt x="7084" y="4785"/>
                    <a:pt x="7331" y="4750"/>
                  </a:cubicBezTo>
                  <a:cubicBezTo>
                    <a:pt x="8223" y="4638"/>
                    <a:pt x="8892" y="4248"/>
                    <a:pt x="9255" y="3356"/>
                  </a:cubicBezTo>
                  <a:cubicBezTo>
                    <a:pt x="9384" y="3019"/>
                    <a:pt x="9586" y="2851"/>
                    <a:pt x="9904" y="2851"/>
                  </a:cubicBezTo>
                  <a:cubicBezTo>
                    <a:pt x="9928" y="2851"/>
                    <a:pt x="9954" y="2852"/>
                    <a:pt x="9979" y="2854"/>
                  </a:cubicBezTo>
                  <a:cubicBezTo>
                    <a:pt x="10732" y="2938"/>
                    <a:pt x="11513" y="3049"/>
                    <a:pt x="12265" y="3105"/>
                  </a:cubicBezTo>
                  <a:cubicBezTo>
                    <a:pt x="12280" y="3106"/>
                    <a:pt x="12295" y="3106"/>
                    <a:pt x="12310" y="3106"/>
                  </a:cubicBezTo>
                  <a:cubicBezTo>
                    <a:pt x="12793" y="3106"/>
                    <a:pt x="13209" y="2670"/>
                    <a:pt x="13074" y="2129"/>
                  </a:cubicBezTo>
                  <a:cubicBezTo>
                    <a:pt x="12934" y="1683"/>
                    <a:pt x="12655" y="1572"/>
                    <a:pt x="12182" y="1572"/>
                  </a:cubicBezTo>
                  <a:cubicBezTo>
                    <a:pt x="11429" y="1572"/>
                    <a:pt x="10676" y="1572"/>
                    <a:pt x="9952" y="1460"/>
                  </a:cubicBezTo>
                  <a:cubicBezTo>
                    <a:pt x="9366" y="1405"/>
                    <a:pt x="9171" y="875"/>
                    <a:pt x="9060" y="345"/>
                  </a:cubicBezTo>
                  <a:cubicBezTo>
                    <a:pt x="9017" y="132"/>
                    <a:pt x="8925" y="0"/>
                    <a:pt x="8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7" name="Google Shape;507;p7"/>
          <p:cNvSpPr txBox="1"/>
          <p:nvPr>
            <p:ph type="title"/>
          </p:nvPr>
        </p:nvSpPr>
        <p:spPr>
          <a:xfrm>
            <a:off x="2667000" y="381000"/>
            <a:ext cx="3810000" cy="6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ar-SA" sz="3400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rPr>
              <a:t>المخازن</a:t>
            </a:r>
            <a:endParaRPr b="1" i="0" sz="3400">
              <a:solidFill>
                <a:srgbClr val="374B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8" name="Google Shape;508;p7"/>
          <p:cNvGrpSpPr/>
          <p:nvPr/>
        </p:nvGrpSpPr>
        <p:grpSpPr>
          <a:xfrm>
            <a:off x="6096000" y="1524000"/>
            <a:ext cx="2381400" cy="1333500"/>
            <a:chOff x="0" y="0"/>
            <a:chExt cx="2381400" cy="1333500"/>
          </a:xfrm>
        </p:grpSpPr>
        <p:sp>
          <p:nvSpPr>
            <p:cNvPr id="509" name="Google Shape;509;p7"/>
            <p:cNvSpPr/>
            <p:nvPr/>
          </p:nvSpPr>
          <p:spPr>
            <a:xfrm>
              <a:off x="0" y="0"/>
              <a:ext cx="2381400" cy="1333500"/>
            </a:xfrm>
            <a:prstGeom prst="roundRect">
              <a:avLst>
                <a:gd fmla="val 8571" name="adj"/>
              </a:avLst>
            </a:prstGeom>
            <a:solidFill>
              <a:srgbClr val="F2F8F6"/>
            </a:solidFill>
            <a:ln cap="flat" cmpd="sng" w="14300">
              <a:solidFill>
                <a:srgbClr val="ABD3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1857375" y="152400"/>
              <a:ext cx="381000" cy="3810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7"/>
            <p:cNvSpPr txBox="1"/>
            <p:nvPr/>
          </p:nvSpPr>
          <p:spPr>
            <a:xfrm>
              <a:off x="1857375" y="178689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ar-SA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inventory_2</a:t>
              </a:r>
              <a:endParaRPr b="0"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12" name="Google Shape;512;p7"/>
            <p:cNvSpPr txBox="1"/>
            <p:nvPr/>
          </p:nvSpPr>
          <p:spPr>
            <a:xfrm>
              <a:off x="142875" y="142875"/>
              <a:ext cx="16191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300">
                  <a:solidFill>
                    <a:srgbClr val="374B5B"/>
                  </a:solidFill>
                  <a:latin typeface="Calibri"/>
                  <a:ea typeface="Calibri"/>
                  <a:cs typeface="Calibri"/>
                  <a:sym typeface="Calibri"/>
                </a:rPr>
                <a:t>بيانات الأصناف</a:t>
              </a:r>
              <a:endParaRPr b="1" sz="1300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1" algn="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ar-SA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بيانات الأصناف وأنواعها المختلفة من المجوهرات.</a:t>
              </a:r>
              <a:endParaRPr b="0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" name="Google Shape;513;p7"/>
          <p:cNvGrpSpPr/>
          <p:nvPr/>
        </p:nvGrpSpPr>
        <p:grpSpPr>
          <a:xfrm>
            <a:off x="3524250" y="1524000"/>
            <a:ext cx="2381400" cy="1333500"/>
            <a:chOff x="0" y="0"/>
            <a:chExt cx="2381400" cy="1333500"/>
          </a:xfrm>
        </p:grpSpPr>
        <p:sp>
          <p:nvSpPr>
            <p:cNvPr id="514" name="Google Shape;514;p7"/>
            <p:cNvSpPr/>
            <p:nvPr/>
          </p:nvSpPr>
          <p:spPr>
            <a:xfrm>
              <a:off x="0" y="0"/>
              <a:ext cx="2381400" cy="1333500"/>
            </a:xfrm>
            <a:prstGeom prst="roundRect">
              <a:avLst>
                <a:gd fmla="val 8571" name="adj"/>
              </a:avLst>
            </a:prstGeom>
            <a:solidFill>
              <a:srgbClr val="F2F8F6"/>
            </a:solidFill>
            <a:ln cap="flat" cmpd="sng" w="14300">
              <a:solidFill>
                <a:srgbClr val="ABD3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1857375" y="152400"/>
              <a:ext cx="381000" cy="3810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7"/>
            <p:cNvSpPr txBox="1"/>
            <p:nvPr/>
          </p:nvSpPr>
          <p:spPr>
            <a:xfrm>
              <a:off x="1857375" y="178689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ar-SA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qr_code_scanner</a:t>
              </a:r>
              <a:endParaRPr b="0"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17" name="Google Shape;517;p7"/>
            <p:cNvSpPr txBox="1"/>
            <p:nvPr/>
          </p:nvSpPr>
          <p:spPr>
            <a:xfrm>
              <a:off x="142875" y="142875"/>
              <a:ext cx="16191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300">
                  <a:solidFill>
                    <a:srgbClr val="374B5B"/>
                  </a:solidFill>
                  <a:latin typeface="Calibri"/>
                  <a:ea typeface="Calibri"/>
                  <a:cs typeface="Calibri"/>
                  <a:sym typeface="Calibri"/>
                </a:rPr>
                <a:t>نظام الباركود</a:t>
              </a:r>
              <a:endParaRPr b="1" sz="1300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1" algn="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ar-SA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عمل باركود لكل منتج لتسهيل تتبع الحركة والبيع.</a:t>
              </a:r>
              <a:endParaRPr b="0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8" name="Google Shape;518;p7"/>
          <p:cNvGrpSpPr/>
          <p:nvPr/>
        </p:nvGrpSpPr>
        <p:grpSpPr>
          <a:xfrm>
            <a:off x="952500" y="1524000"/>
            <a:ext cx="2381400" cy="1333500"/>
            <a:chOff x="0" y="0"/>
            <a:chExt cx="2381400" cy="1333500"/>
          </a:xfrm>
        </p:grpSpPr>
        <p:sp>
          <p:nvSpPr>
            <p:cNvPr id="519" name="Google Shape;519;p7"/>
            <p:cNvSpPr/>
            <p:nvPr/>
          </p:nvSpPr>
          <p:spPr>
            <a:xfrm>
              <a:off x="0" y="0"/>
              <a:ext cx="2381400" cy="1333500"/>
            </a:xfrm>
            <a:prstGeom prst="roundRect">
              <a:avLst>
                <a:gd fmla="val 8571" name="adj"/>
              </a:avLst>
            </a:prstGeom>
            <a:solidFill>
              <a:srgbClr val="F2F8F6"/>
            </a:solidFill>
            <a:ln cap="flat" cmpd="sng" w="14300">
              <a:solidFill>
                <a:srgbClr val="ABD3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1857375" y="152400"/>
              <a:ext cx="381000" cy="3810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7"/>
            <p:cNvSpPr txBox="1"/>
            <p:nvPr/>
          </p:nvSpPr>
          <p:spPr>
            <a:xfrm>
              <a:off x="1857375" y="178689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ar-SA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</a:t>
              </a:r>
              <a:endParaRPr b="0"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22" name="Google Shape;522;p7"/>
            <p:cNvSpPr txBox="1"/>
            <p:nvPr/>
          </p:nvSpPr>
          <p:spPr>
            <a:xfrm>
              <a:off x="142875" y="142875"/>
              <a:ext cx="16191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300">
                  <a:solidFill>
                    <a:srgbClr val="374B5B"/>
                  </a:solidFill>
                  <a:latin typeface="Calibri"/>
                  <a:ea typeface="Calibri"/>
                  <a:cs typeface="Calibri"/>
                  <a:sym typeface="Calibri"/>
                </a:rPr>
                <a:t>عيارات المجوهرات</a:t>
              </a:r>
              <a:endParaRPr b="1" sz="1300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1" algn="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ar-SA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تحديد العيارات (24,21,18,14,12) والأرصدة الافتتاحية.</a:t>
              </a:r>
              <a:endParaRPr b="0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3" name="Google Shape;523;p7"/>
          <p:cNvGrpSpPr/>
          <p:nvPr/>
        </p:nvGrpSpPr>
        <p:grpSpPr>
          <a:xfrm>
            <a:off x="6096000" y="3048000"/>
            <a:ext cx="2381400" cy="1333500"/>
            <a:chOff x="0" y="0"/>
            <a:chExt cx="2381400" cy="1333500"/>
          </a:xfrm>
        </p:grpSpPr>
        <p:sp>
          <p:nvSpPr>
            <p:cNvPr id="524" name="Google Shape;524;p7"/>
            <p:cNvSpPr/>
            <p:nvPr/>
          </p:nvSpPr>
          <p:spPr>
            <a:xfrm>
              <a:off x="0" y="0"/>
              <a:ext cx="2381400" cy="1333500"/>
            </a:xfrm>
            <a:prstGeom prst="roundRect">
              <a:avLst>
                <a:gd fmla="val 8571" name="adj"/>
              </a:avLst>
            </a:prstGeom>
            <a:solidFill>
              <a:srgbClr val="F2F8F6"/>
            </a:solidFill>
            <a:ln cap="flat" cmpd="sng" w="14300">
              <a:solidFill>
                <a:srgbClr val="ABD3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1857375" y="152400"/>
              <a:ext cx="381000" cy="3810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7"/>
            <p:cNvSpPr txBox="1"/>
            <p:nvPr/>
          </p:nvSpPr>
          <p:spPr>
            <a:xfrm>
              <a:off x="1857375" y="178689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ar-SA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compare_arrows</a:t>
              </a:r>
              <a:endParaRPr b="0"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27" name="Google Shape;527;p7"/>
            <p:cNvSpPr txBox="1"/>
            <p:nvPr/>
          </p:nvSpPr>
          <p:spPr>
            <a:xfrm>
              <a:off x="142875" y="142875"/>
              <a:ext cx="16191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300">
                  <a:solidFill>
                    <a:srgbClr val="374B5B"/>
                  </a:solidFill>
                  <a:latin typeface="Calibri"/>
                  <a:ea typeface="Calibri"/>
                  <a:cs typeface="Calibri"/>
                  <a:sym typeface="Calibri"/>
                </a:rPr>
                <a:t>تحويلات المخزون</a:t>
              </a:r>
              <a:endParaRPr b="1" sz="1300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1" algn="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ar-SA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متابعة حركة وتحويلات المخازن الداخلية والخارجية.</a:t>
              </a:r>
              <a:endParaRPr b="0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8" name="Google Shape;528;p7"/>
          <p:cNvGrpSpPr/>
          <p:nvPr/>
        </p:nvGrpSpPr>
        <p:grpSpPr>
          <a:xfrm>
            <a:off x="3524250" y="3048000"/>
            <a:ext cx="2381400" cy="1333500"/>
            <a:chOff x="0" y="0"/>
            <a:chExt cx="2381400" cy="1333500"/>
          </a:xfrm>
        </p:grpSpPr>
        <p:sp>
          <p:nvSpPr>
            <p:cNvPr id="529" name="Google Shape;529;p7"/>
            <p:cNvSpPr/>
            <p:nvPr/>
          </p:nvSpPr>
          <p:spPr>
            <a:xfrm>
              <a:off x="0" y="0"/>
              <a:ext cx="2381400" cy="1333500"/>
            </a:xfrm>
            <a:prstGeom prst="roundRect">
              <a:avLst>
                <a:gd fmla="val 8571" name="adj"/>
              </a:avLst>
            </a:prstGeom>
            <a:solidFill>
              <a:srgbClr val="F2F8F6"/>
            </a:solidFill>
            <a:ln cap="flat" cmpd="sng" w="14300">
              <a:solidFill>
                <a:srgbClr val="ABD3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1857375" y="152400"/>
              <a:ext cx="381000" cy="3810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7"/>
            <p:cNvSpPr txBox="1"/>
            <p:nvPr/>
          </p:nvSpPr>
          <p:spPr>
            <a:xfrm>
              <a:off x="1857375" y="178689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ar-SA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fact_check</a:t>
              </a:r>
              <a:endParaRPr b="0"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32" name="Google Shape;532;p7"/>
            <p:cNvSpPr txBox="1"/>
            <p:nvPr/>
          </p:nvSpPr>
          <p:spPr>
            <a:xfrm>
              <a:off x="142875" y="142875"/>
              <a:ext cx="16191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300">
                  <a:solidFill>
                    <a:srgbClr val="374B5B"/>
                  </a:solidFill>
                  <a:latin typeface="Calibri"/>
                  <a:ea typeface="Calibri"/>
                  <a:cs typeface="Calibri"/>
                  <a:sym typeface="Calibri"/>
                </a:rPr>
                <a:t>الجرد والتحقق</a:t>
              </a:r>
              <a:endParaRPr b="1" sz="1300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1" algn="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ar-SA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تنفيذ الجرد الدوري والمؤقت بدقة عالية.</a:t>
              </a:r>
              <a:endParaRPr b="0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3" name="Google Shape;533;p7"/>
          <p:cNvGrpSpPr/>
          <p:nvPr/>
        </p:nvGrpSpPr>
        <p:grpSpPr>
          <a:xfrm>
            <a:off x="952500" y="3048000"/>
            <a:ext cx="2381400" cy="1333500"/>
            <a:chOff x="0" y="0"/>
            <a:chExt cx="2381400" cy="1333500"/>
          </a:xfrm>
        </p:grpSpPr>
        <p:sp>
          <p:nvSpPr>
            <p:cNvPr id="534" name="Google Shape;534;p7"/>
            <p:cNvSpPr/>
            <p:nvPr/>
          </p:nvSpPr>
          <p:spPr>
            <a:xfrm>
              <a:off x="0" y="0"/>
              <a:ext cx="2381400" cy="1333500"/>
            </a:xfrm>
            <a:prstGeom prst="roundRect">
              <a:avLst>
                <a:gd fmla="val 8571" name="adj"/>
              </a:avLst>
            </a:prstGeom>
            <a:solidFill>
              <a:srgbClr val="F2F8F6"/>
            </a:solidFill>
            <a:ln cap="flat" cmpd="sng" w="14300">
              <a:solidFill>
                <a:srgbClr val="ABD3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7"/>
            <p:cNvSpPr/>
            <p:nvPr/>
          </p:nvSpPr>
          <p:spPr>
            <a:xfrm>
              <a:off x="1857375" y="152400"/>
              <a:ext cx="381000" cy="3810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7"/>
            <p:cNvSpPr txBox="1"/>
            <p:nvPr/>
          </p:nvSpPr>
          <p:spPr>
            <a:xfrm>
              <a:off x="1857375" y="178689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ar-SA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assessment</a:t>
              </a:r>
              <a:endParaRPr b="0"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37" name="Google Shape;537;p7"/>
            <p:cNvSpPr txBox="1"/>
            <p:nvPr/>
          </p:nvSpPr>
          <p:spPr>
            <a:xfrm>
              <a:off x="142875" y="142875"/>
              <a:ext cx="16191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300">
                  <a:solidFill>
                    <a:srgbClr val="374B5B"/>
                  </a:solidFill>
                  <a:latin typeface="Calibri"/>
                  <a:ea typeface="Calibri"/>
                  <a:cs typeface="Calibri"/>
                  <a:sym typeface="Calibri"/>
                </a:rPr>
                <a:t>المرتجعات والتقارير</a:t>
              </a:r>
              <a:endParaRPr b="1" sz="1300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1" algn="r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ar-SA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إدارة بيانات المرتجعات واستخراج تقارير المخازن.</a:t>
              </a:r>
              <a:endParaRPr b="0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8" name="Google Shape;538;p7"/>
          <p:cNvGrpSpPr/>
          <p:nvPr/>
        </p:nvGrpSpPr>
        <p:grpSpPr>
          <a:xfrm>
            <a:off x="3643690" y="4596087"/>
            <a:ext cx="1341803" cy="289320"/>
            <a:chOff x="7774275" y="4478525"/>
            <a:chExt cx="581925" cy="125475"/>
          </a:xfrm>
        </p:grpSpPr>
        <p:sp>
          <p:nvSpPr>
            <p:cNvPr id="539" name="Google Shape;539;p7"/>
            <p:cNvSpPr/>
            <p:nvPr/>
          </p:nvSpPr>
          <p:spPr>
            <a:xfrm>
              <a:off x="7774275" y="4478525"/>
              <a:ext cx="36250" cy="36950"/>
            </a:xfrm>
            <a:custGeom>
              <a:rect b="b" l="l" r="r" t="t"/>
              <a:pathLst>
                <a:path extrusionOk="0" h="1478" w="1450">
                  <a:moveTo>
                    <a:pt x="725" y="1"/>
                  </a:moveTo>
                  <a:cubicBezTo>
                    <a:pt x="335" y="1"/>
                    <a:pt x="0" y="335"/>
                    <a:pt x="0" y="753"/>
                  </a:cubicBezTo>
                  <a:cubicBezTo>
                    <a:pt x="0" y="1143"/>
                    <a:pt x="335" y="1478"/>
                    <a:pt x="725" y="1478"/>
                  </a:cubicBezTo>
                  <a:cubicBezTo>
                    <a:pt x="1143" y="1478"/>
                    <a:pt x="1450" y="1143"/>
                    <a:pt x="1450" y="753"/>
                  </a:cubicBezTo>
                  <a:cubicBezTo>
                    <a:pt x="1450" y="335"/>
                    <a:pt x="1143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7879500" y="4478525"/>
              <a:ext cx="36975" cy="36950"/>
            </a:xfrm>
            <a:custGeom>
              <a:rect b="b" l="l" r="r" t="t"/>
              <a:pathLst>
                <a:path extrusionOk="0" h="1478" w="1479">
                  <a:moveTo>
                    <a:pt x="725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25" y="1478"/>
                  </a:cubicBezTo>
                  <a:cubicBezTo>
                    <a:pt x="1144" y="1478"/>
                    <a:pt x="1478" y="1143"/>
                    <a:pt x="1478" y="753"/>
                  </a:cubicBezTo>
                  <a:cubicBezTo>
                    <a:pt x="1478" y="335"/>
                    <a:pt x="1144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7985425" y="4478525"/>
              <a:ext cx="36275" cy="36950"/>
            </a:xfrm>
            <a:custGeom>
              <a:rect b="b" l="l" r="r" t="t"/>
              <a:pathLst>
                <a:path extrusionOk="0" h="1478" w="1451">
                  <a:moveTo>
                    <a:pt x="725" y="1"/>
                  </a:moveTo>
                  <a:cubicBezTo>
                    <a:pt x="307" y="1"/>
                    <a:pt x="1" y="335"/>
                    <a:pt x="1" y="753"/>
                  </a:cubicBezTo>
                  <a:cubicBezTo>
                    <a:pt x="1" y="1143"/>
                    <a:pt x="307" y="1478"/>
                    <a:pt x="725" y="1478"/>
                  </a:cubicBezTo>
                  <a:cubicBezTo>
                    <a:pt x="1116" y="1478"/>
                    <a:pt x="1450" y="1143"/>
                    <a:pt x="1450" y="753"/>
                  </a:cubicBezTo>
                  <a:cubicBezTo>
                    <a:pt x="1450" y="335"/>
                    <a:pt x="1116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8090650" y="4478525"/>
              <a:ext cx="36275" cy="36950"/>
            </a:xfrm>
            <a:custGeom>
              <a:rect b="b" l="l" r="r" t="t"/>
              <a:pathLst>
                <a:path extrusionOk="0" h="1478" w="1451">
                  <a:moveTo>
                    <a:pt x="726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26" y="1478"/>
                  </a:cubicBezTo>
                  <a:cubicBezTo>
                    <a:pt x="1116" y="1478"/>
                    <a:pt x="1450" y="1143"/>
                    <a:pt x="1450" y="753"/>
                  </a:cubicBezTo>
                  <a:cubicBezTo>
                    <a:pt x="1450" y="335"/>
                    <a:pt x="1116" y="1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7"/>
            <p:cNvSpPr/>
            <p:nvPr/>
          </p:nvSpPr>
          <p:spPr>
            <a:xfrm>
              <a:off x="8196575" y="4478525"/>
              <a:ext cx="36975" cy="36950"/>
            </a:xfrm>
            <a:custGeom>
              <a:rect b="b" l="l" r="r" t="t"/>
              <a:pathLst>
                <a:path extrusionOk="0" h="1478" w="1479">
                  <a:moveTo>
                    <a:pt x="754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54" y="1478"/>
                  </a:cubicBezTo>
                  <a:cubicBezTo>
                    <a:pt x="1144" y="1478"/>
                    <a:pt x="1478" y="1143"/>
                    <a:pt x="1478" y="753"/>
                  </a:cubicBezTo>
                  <a:cubicBezTo>
                    <a:pt x="1478" y="335"/>
                    <a:pt x="1144" y="1"/>
                    <a:pt x="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7"/>
            <p:cNvSpPr/>
            <p:nvPr/>
          </p:nvSpPr>
          <p:spPr>
            <a:xfrm>
              <a:off x="7898325" y="4567725"/>
              <a:ext cx="36250" cy="36275"/>
            </a:xfrm>
            <a:custGeom>
              <a:rect b="b" l="l" r="r" t="t"/>
              <a:pathLst>
                <a:path extrusionOk="0" h="1451" w="1450">
                  <a:moveTo>
                    <a:pt x="725" y="1"/>
                  </a:moveTo>
                  <a:cubicBezTo>
                    <a:pt x="307" y="1"/>
                    <a:pt x="0" y="335"/>
                    <a:pt x="0" y="725"/>
                  </a:cubicBezTo>
                  <a:cubicBezTo>
                    <a:pt x="0" y="1116"/>
                    <a:pt x="307" y="1450"/>
                    <a:pt x="725" y="1450"/>
                  </a:cubicBezTo>
                  <a:cubicBezTo>
                    <a:pt x="1115" y="1450"/>
                    <a:pt x="1450" y="1116"/>
                    <a:pt x="1450" y="725"/>
                  </a:cubicBezTo>
                  <a:cubicBezTo>
                    <a:pt x="1450" y="335"/>
                    <a:pt x="1115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8003550" y="4567725"/>
              <a:ext cx="36250" cy="36275"/>
            </a:xfrm>
            <a:custGeom>
              <a:rect b="b" l="l" r="r" t="t"/>
              <a:pathLst>
                <a:path extrusionOk="0" h="1451" w="1450">
                  <a:moveTo>
                    <a:pt x="725" y="1"/>
                  </a:moveTo>
                  <a:cubicBezTo>
                    <a:pt x="335" y="1"/>
                    <a:pt x="0" y="335"/>
                    <a:pt x="0" y="725"/>
                  </a:cubicBezTo>
                  <a:cubicBezTo>
                    <a:pt x="0" y="1116"/>
                    <a:pt x="335" y="1450"/>
                    <a:pt x="725" y="1450"/>
                  </a:cubicBezTo>
                  <a:cubicBezTo>
                    <a:pt x="1115" y="1450"/>
                    <a:pt x="1450" y="1116"/>
                    <a:pt x="1450" y="725"/>
                  </a:cubicBezTo>
                  <a:cubicBezTo>
                    <a:pt x="1450" y="335"/>
                    <a:pt x="1115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8108775" y="4567725"/>
              <a:ext cx="36950" cy="36275"/>
            </a:xfrm>
            <a:custGeom>
              <a:rect b="b" l="l" r="r" t="t"/>
              <a:pathLst>
                <a:path extrusionOk="0" h="1451" w="1478">
                  <a:moveTo>
                    <a:pt x="725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25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8214000" y="4567725"/>
              <a:ext cx="36975" cy="36275"/>
            </a:xfrm>
            <a:custGeom>
              <a:rect b="b" l="l" r="r" t="t"/>
              <a:pathLst>
                <a:path extrusionOk="0" h="1451" w="1479">
                  <a:moveTo>
                    <a:pt x="753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53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8319225" y="4567725"/>
              <a:ext cx="36975" cy="36275"/>
            </a:xfrm>
            <a:custGeom>
              <a:rect b="b" l="l" r="r" t="t"/>
              <a:pathLst>
                <a:path extrusionOk="0" h="1451" w="1479">
                  <a:moveTo>
                    <a:pt x="754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54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49" name="Google Shape;549;p7"/>
          <p:cNvCxnSpPr/>
          <p:nvPr/>
        </p:nvCxnSpPr>
        <p:spPr>
          <a:xfrm>
            <a:off x="4095750" y="1095375"/>
            <a:ext cx="952500" cy="0"/>
          </a:xfrm>
          <a:prstGeom prst="straightConnector1">
            <a:avLst/>
          </a:prstGeom>
          <a:solidFill>
            <a:srgbClr val="FFFFFF"/>
          </a:solidFill>
          <a:ln cap="rnd" cmpd="sng" w="28575">
            <a:solidFill>
              <a:srgbClr val="7BBCBD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8"/>
          <p:cNvSpPr txBox="1"/>
          <p:nvPr>
            <p:ph type="title"/>
          </p:nvPr>
        </p:nvSpPr>
        <p:spPr>
          <a:xfrm>
            <a:off x="2667000" y="381000"/>
            <a:ext cx="3810000" cy="6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ar-SA" sz="3400" u="none" strike="noStrike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rPr>
              <a:t>المصروفات</a:t>
            </a:r>
            <a:endParaRPr b="1" i="0" sz="3400" u="none" strike="noStrike">
              <a:solidFill>
                <a:srgbClr val="374B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5" name="Google Shape;555;p8"/>
          <p:cNvGrpSpPr/>
          <p:nvPr/>
        </p:nvGrpSpPr>
        <p:grpSpPr>
          <a:xfrm>
            <a:off x="3916959" y="4596087"/>
            <a:ext cx="1341803" cy="289320"/>
            <a:chOff x="7774275" y="4478525"/>
            <a:chExt cx="581925" cy="125475"/>
          </a:xfrm>
        </p:grpSpPr>
        <p:sp>
          <p:nvSpPr>
            <p:cNvPr id="556" name="Google Shape;556;p8"/>
            <p:cNvSpPr/>
            <p:nvPr/>
          </p:nvSpPr>
          <p:spPr>
            <a:xfrm>
              <a:off x="7774275" y="4478525"/>
              <a:ext cx="36250" cy="36950"/>
            </a:xfrm>
            <a:custGeom>
              <a:rect b="b" l="l" r="r" t="t"/>
              <a:pathLst>
                <a:path extrusionOk="0" h="1478" w="1450">
                  <a:moveTo>
                    <a:pt x="725" y="1"/>
                  </a:moveTo>
                  <a:cubicBezTo>
                    <a:pt x="335" y="1"/>
                    <a:pt x="0" y="335"/>
                    <a:pt x="0" y="753"/>
                  </a:cubicBezTo>
                  <a:cubicBezTo>
                    <a:pt x="0" y="1143"/>
                    <a:pt x="335" y="1478"/>
                    <a:pt x="725" y="1478"/>
                  </a:cubicBezTo>
                  <a:cubicBezTo>
                    <a:pt x="1143" y="1478"/>
                    <a:pt x="1450" y="1143"/>
                    <a:pt x="1450" y="753"/>
                  </a:cubicBezTo>
                  <a:cubicBezTo>
                    <a:pt x="1450" y="335"/>
                    <a:pt x="1143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8"/>
            <p:cNvSpPr/>
            <p:nvPr/>
          </p:nvSpPr>
          <p:spPr>
            <a:xfrm>
              <a:off x="7879500" y="4478525"/>
              <a:ext cx="36975" cy="36950"/>
            </a:xfrm>
            <a:custGeom>
              <a:rect b="b" l="l" r="r" t="t"/>
              <a:pathLst>
                <a:path extrusionOk="0" h="1478" w="1479">
                  <a:moveTo>
                    <a:pt x="725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25" y="1478"/>
                  </a:cubicBezTo>
                  <a:cubicBezTo>
                    <a:pt x="1144" y="1478"/>
                    <a:pt x="1478" y="1143"/>
                    <a:pt x="1478" y="753"/>
                  </a:cubicBezTo>
                  <a:cubicBezTo>
                    <a:pt x="1478" y="335"/>
                    <a:pt x="1144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8"/>
            <p:cNvSpPr/>
            <p:nvPr/>
          </p:nvSpPr>
          <p:spPr>
            <a:xfrm>
              <a:off x="7985425" y="4478525"/>
              <a:ext cx="36275" cy="36950"/>
            </a:xfrm>
            <a:custGeom>
              <a:rect b="b" l="l" r="r" t="t"/>
              <a:pathLst>
                <a:path extrusionOk="0" h="1478" w="1451">
                  <a:moveTo>
                    <a:pt x="725" y="1"/>
                  </a:moveTo>
                  <a:cubicBezTo>
                    <a:pt x="307" y="1"/>
                    <a:pt x="1" y="335"/>
                    <a:pt x="1" y="753"/>
                  </a:cubicBezTo>
                  <a:cubicBezTo>
                    <a:pt x="1" y="1143"/>
                    <a:pt x="307" y="1478"/>
                    <a:pt x="725" y="1478"/>
                  </a:cubicBezTo>
                  <a:cubicBezTo>
                    <a:pt x="1116" y="1478"/>
                    <a:pt x="1450" y="1143"/>
                    <a:pt x="1450" y="753"/>
                  </a:cubicBezTo>
                  <a:cubicBezTo>
                    <a:pt x="1450" y="335"/>
                    <a:pt x="1116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8"/>
            <p:cNvSpPr/>
            <p:nvPr/>
          </p:nvSpPr>
          <p:spPr>
            <a:xfrm>
              <a:off x="8090650" y="4478525"/>
              <a:ext cx="36275" cy="36950"/>
            </a:xfrm>
            <a:custGeom>
              <a:rect b="b" l="l" r="r" t="t"/>
              <a:pathLst>
                <a:path extrusionOk="0" h="1478" w="1451">
                  <a:moveTo>
                    <a:pt x="726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26" y="1478"/>
                  </a:cubicBezTo>
                  <a:cubicBezTo>
                    <a:pt x="1116" y="1478"/>
                    <a:pt x="1450" y="1143"/>
                    <a:pt x="1450" y="753"/>
                  </a:cubicBezTo>
                  <a:cubicBezTo>
                    <a:pt x="1450" y="335"/>
                    <a:pt x="1116" y="1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8"/>
            <p:cNvSpPr/>
            <p:nvPr/>
          </p:nvSpPr>
          <p:spPr>
            <a:xfrm>
              <a:off x="8196575" y="4478525"/>
              <a:ext cx="36975" cy="36950"/>
            </a:xfrm>
            <a:custGeom>
              <a:rect b="b" l="l" r="r" t="t"/>
              <a:pathLst>
                <a:path extrusionOk="0" h="1478" w="1479">
                  <a:moveTo>
                    <a:pt x="754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54" y="1478"/>
                  </a:cubicBezTo>
                  <a:cubicBezTo>
                    <a:pt x="1144" y="1478"/>
                    <a:pt x="1478" y="1143"/>
                    <a:pt x="1478" y="753"/>
                  </a:cubicBezTo>
                  <a:cubicBezTo>
                    <a:pt x="1478" y="335"/>
                    <a:pt x="1144" y="1"/>
                    <a:pt x="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8"/>
            <p:cNvSpPr/>
            <p:nvPr/>
          </p:nvSpPr>
          <p:spPr>
            <a:xfrm>
              <a:off x="7898325" y="4567725"/>
              <a:ext cx="36250" cy="36275"/>
            </a:xfrm>
            <a:custGeom>
              <a:rect b="b" l="l" r="r" t="t"/>
              <a:pathLst>
                <a:path extrusionOk="0" h="1451" w="1450">
                  <a:moveTo>
                    <a:pt x="725" y="1"/>
                  </a:moveTo>
                  <a:cubicBezTo>
                    <a:pt x="307" y="1"/>
                    <a:pt x="0" y="335"/>
                    <a:pt x="0" y="725"/>
                  </a:cubicBezTo>
                  <a:cubicBezTo>
                    <a:pt x="0" y="1116"/>
                    <a:pt x="307" y="1450"/>
                    <a:pt x="725" y="1450"/>
                  </a:cubicBezTo>
                  <a:cubicBezTo>
                    <a:pt x="1115" y="1450"/>
                    <a:pt x="1450" y="1116"/>
                    <a:pt x="1450" y="725"/>
                  </a:cubicBezTo>
                  <a:cubicBezTo>
                    <a:pt x="1450" y="335"/>
                    <a:pt x="1115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8"/>
            <p:cNvSpPr/>
            <p:nvPr/>
          </p:nvSpPr>
          <p:spPr>
            <a:xfrm>
              <a:off x="8003550" y="4567725"/>
              <a:ext cx="36250" cy="36275"/>
            </a:xfrm>
            <a:custGeom>
              <a:rect b="b" l="l" r="r" t="t"/>
              <a:pathLst>
                <a:path extrusionOk="0" h="1451" w="1450">
                  <a:moveTo>
                    <a:pt x="725" y="1"/>
                  </a:moveTo>
                  <a:cubicBezTo>
                    <a:pt x="335" y="1"/>
                    <a:pt x="0" y="335"/>
                    <a:pt x="0" y="725"/>
                  </a:cubicBezTo>
                  <a:cubicBezTo>
                    <a:pt x="0" y="1116"/>
                    <a:pt x="335" y="1450"/>
                    <a:pt x="725" y="1450"/>
                  </a:cubicBezTo>
                  <a:cubicBezTo>
                    <a:pt x="1115" y="1450"/>
                    <a:pt x="1450" y="1116"/>
                    <a:pt x="1450" y="725"/>
                  </a:cubicBezTo>
                  <a:cubicBezTo>
                    <a:pt x="1450" y="335"/>
                    <a:pt x="1115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8"/>
            <p:cNvSpPr/>
            <p:nvPr/>
          </p:nvSpPr>
          <p:spPr>
            <a:xfrm>
              <a:off x="8108775" y="4567725"/>
              <a:ext cx="36950" cy="36275"/>
            </a:xfrm>
            <a:custGeom>
              <a:rect b="b" l="l" r="r" t="t"/>
              <a:pathLst>
                <a:path extrusionOk="0" h="1451" w="1478">
                  <a:moveTo>
                    <a:pt x="725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25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8"/>
            <p:cNvSpPr/>
            <p:nvPr/>
          </p:nvSpPr>
          <p:spPr>
            <a:xfrm>
              <a:off x="8214000" y="4567725"/>
              <a:ext cx="36975" cy="36275"/>
            </a:xfrm>
            <a:custGeom>
              <a:rect b="b" l="l" r="r" t="t"/>
              <a:pathLst>
                <a:path extrusionOk="0" h="1451" w="1479">
                  <a:moveTo>
                    <a:pt x="753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53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8"/>
            <p:cNvSpPr/>
            <p:nvPr/>
          </p:nvSpPr>
          <p:spPr>
            <a:xfrm>
              <a:off x="8319225" y="4567725"/>
              <a:ext cx="36975" cy="36275"/>
            </a:xfrm>
            <a:custGeom>
              <a:rect b="b" l="l" r="r" t="t"/>
              <a:pathLst>
                <a:path extrusionOk="0" h="1451" w="1479">
                  <a:moveTo>
                    <a:pt x="754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54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66" name="Google Shape;566;p8"/>
          <p:cNvCxnSpPr/>
          <p:nvPr/>
        </p:nvCxnSpPr>
        <p:spPr>
          <a:xfrm>
            <a:off x="4095750" y="1095375"/>
            <a:ext cx="952500" cy="0"/>
          </a:xfrm>
          <a:prstGeom prst="straightConnector1">
            <a:avLst/>
          </a:prstGeom>
          <a:solidFill>
            <a:srgbClr val="FFFFFF"/>
          </a:solidFill>
          <a:ln cap="rnd" cmpd="sng" w="28575">
            <a:solidFill>
              <a:srgbClr val="7BBCB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67" name="Google Shape;567;p8"/>
          <p:cNvGrpSpPr/>
          <p:nvPr/>
        </p:nvGrpSpPr>
        <p:grpSpPr>
          <a:xfrm>
            <a:off x="6238875" y="1619250"/>
            <a:ext cx="2476500" cy="2381400"/>
            <a:chOff x="0" y="0"/>
            <a:chExt cx="2476500" cy="2381400"/>
          </a:xfrm>
        </p:grpSpPr>
        <p:sp>
          <p:nvSpPr>
            <p:cNvPr id="568" name="Google Shape;568;p8"/>
            <p:cNvSpPr/>
            <p:nvPr/>
          </p:nvSpPr>
          <p:spPr>
            <a:xfrm>
              <a:off x="0" y="0"/>
              <a:ext cx="2476500" cy="2381400"/>
            </a:xfrm>
            <a:prstGeom prst="roundRect">
              <a:avLst>
                <a:gd fmla="val 4800" name="adj"/>
              </a:avLst>
            </a:prstGeom>
            <a:solidFill>
              <a:srgbClr val="F2F8F6"/>
            </a:solidFill>
            <a:ln cap="flat" cmpd="sng" w="14300">
              <a:solidFill>
                <a:srgbClr val="ABD3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8"/>
            <p:cNvSpPr/>
            <p:nvPr/>
          </p:nvSpPr>
          <p:spPr>
            <a:xfrm>
              <a:off x="971550" y="285750"/>
              <a:ext cx="533400" cy="5334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8"/>
            <p:cNvSpPr txBox="1"/>
            <p:nvPr/>
          </p:nvSpPr>
          <p:spPr>
            <a:xfrm>
              <a:off x="971550" y="320802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2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storefront</a:t>
              </a:r>
              <a:endParaRPr b="0" i="0" sz="24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71" name="Google Shape;571;p8"/>
            <p:cNvSpPr txBox="1"/>
            <p:nvPr/>
          </p:nvSpPr>
          <p:spPr>
            <a:xfrm>
              <a:off x="190500" y="1000125"/>
              <a:ext cx="20955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ar-SA" sz="1700">
                  <a:solidFill>
                    <a:srgbClr val="374B5B"/>
                  </a:solidFill>
                  <a:latin typeface="Calibri"/>
                  <a:ea typeface="Calibri"/>
                  <a:cs typeface="Calibri"/>
                  <a:sym typeface="Calibri"/>
                </a:rPr>
                <a:t>اصدار المصروفات الخاصة بالمحلات</a:t>
              </a:r>
              <a:endParaRPr b="1" i="0" sz="1700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2" name="Google Shape;572;p8"/>
          <p:cNvGrpSpPr/>
          <p:nvPr/>
        </p:nvGrpSpPr>
        <p:grpSpPr>
          <a:xfrm>
            <a:off x="3333750" y="1619250"/>
            <a:ext cx="2476500" cy="2381400"/>
            <a:chOff x="0" y="0"/>
            <a:chExt cx="2476500" cy="2381400"/>
          </a:xfrm>
        </p:grpSpPr>
        <p:sp>
          <p:nvSpPr>
            <p:cNvPr id="573" name="Google Shape;573;p8"/>
            <p:cNvSpPr/>
            <p:nvPr/>
          </p:nvSpPr>
          <p:spPr>
            <a:xfrm>
              <a:off x="0" y="0"/>
              <a:ext cx="2476500" cy="2381400"/>
            </a:xfrm>
            <a:prstGeom prst="roundRect">
              <a:avLst>
                <a:gd fmla="val 4800" name="adj"/>
              </a:avLst>
            </a:prstGeom>
            <a:solidFill>
              <a:srgbClr val="F2F8F6"/>
            </a:solidFill>
            <a:ln cap="flat" cmpd="sng" w="14300">
              <a:solidFill>
                <a:srgbClr val="ABD3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8"/>
            <p:cNvSpPr/>
            <p:nvPr/>
          </p:nvSpPr>
          <p:spPr>
            <a:xfrm>
              <a:off x="971550" y="285750"/>
              <a:ext cx="533400" cy="5334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8"/>
            <p:cNvSpPr txBox="1"/>
            <p:nvPr/>
          </p:nvSpPr>
          <p:spPr>
            <a:xfrm>
              <a:off x="971550" y="320802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2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edit_note</a:t>
              </a:r>
              <a:endParaRPr b="0" i="0" sz="24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76" name="Google Shape;576;p8"/>
            <p:cNvSpPr txBox="1"/>
            <p:nvPr/>
          </p:nvSpPr>
          <p:spPr>
            <a:xfrm>
              <a:off x="190500" y="1000125"/>
              <a:ext cx="20955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ar-SA" sz="1700">
                  <a:solidFill>
                    <a:srgbClr val="374B5B"/>
                  </a:solidFill>
                  <a:latin typeface="Calibri"/>
                  <a:ea typeface="Calibri"/>
                  <a:cs typeface="Calibri"/>
                  <a:sym typeface="Calibri"/>
                </a:rPr>
                <a:t>انشاء القيود اليومية الخاصة بالمصروفات</a:t>
              </a:r>
              <a:endParaRPr b="1" i="0" sz="1700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7" name="Google Shape;577;p8"/>
          <p:cNvGrpSpPr/>
          <p:nvPr/>
        </p:nvGrpSpPr>
        <p:grpSpPr>
          <a:xfrm>
            <a:off x="428625" y="1619250"/>
            <a:ext cx="2476500" cy="2381400"/>
            <a:chOff x="0" y="0"/>
            <a:chExt cx="2476500" cy="2381400"/>
          </a:xfrm>
        </p:grpSpPr>
        <p:sp>
          <p:nvSpPr>
            <p:cNvPr id="578" name="Google Shape;578;p8"/>
            <p:cNvSpPr/>
            <p:nvPr/>
          </p:nvSpPr>
          <p:spPr>
            <a:xfrm>
              <a:off x="0" y="0"/>
              <a:ext cx="2476500" cy="2381400"/>
            </a:xfrm>
            <a:prstGeom prst="roundRect">
              <a:avLst>
                <a:gd fmla="val 4800" name="adj"/>
              </a:avLst>
            </a:prstGeom>
            <a:solidFill>
              <a:srgbClr val="F2F8F6"/>
            </a:solidFill>
            <a:ln cap="flat" cmpd="sng" w="14300">
              <a:solidFill>
                <a:srgbClr val="ABD3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8"/>
            <p:cNvSpPr/>
            <p:nvPr/>
          </p:nvSpPr>
          <p:spPr>
            <a:xfrm>
              <a:off x="971550" y="285750"/>
              <a:ext cx="533400" cy="5334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8"/>
            <p:cNvSpPr txBox="1"/>
            <p:nvPr/>
          </p:nvSpPr>
          <p:spPr>
            <a:xfrm>
              <a:off x="971550" y="320802"/>
              <a:ext cx="5334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ar-SA" sz="2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payments</a:t>
              </a:r>
              <a:endParaRPr b="0" i="0" sz="24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581" name="Google Shape;581;p8"/>
            <p:cNvSpPr txBox="1"/>
            <p:nvPr/>
          </p:nvSpPr>
          <p:spPr>
            <a:xfrm>
              <a:off x="190500" y="1000125"/>
              <a:ext cx="20955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ar-SA" sz="1700">
                  <a:solidFill>
                    <a:srgbClr val="374B5B"/>
                  </a:solidFill>
                  <a:latin typeface="Calibri"/>
                  <a:ea typeface="Calibri"/>
                  <a:cs typeface="Calibri"/>
                  <a:sym typeface="Calibri"/>
                </a:rPr>
                <a:t>عمل المدفوعات الخاصة بالمصروفات</a:t>
              </a:r>
              <a:endParaRPr b="1" i="0" sz="1700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9"/>
          <p:cNvSpPr txBox="1"/>
          <p:nvPr>
            <p:ph type="title"/>
          </p:nvPr>
        </p:nvSpPr>
        <p:spPr>
          <a:xfrm>
            <a:off x="2667000" y="428625"/>
            <a:ext cx="3810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ar-SA" sz="3400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rPr>
              <a:t>أسعار الدهب</a:t>
            </a:r>
            <a:endParaRPr b="1" sz="3400">
              <a:solidFill>
                <a:srgbClr val="374B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7" name="Google Shape;587;p9"/>
          <p:cNvGrpSpPr/>
          <p:nvPr/>
        </p:nvGrpSpPr>
        <p:grpSpPr>
          <a:xfrm>
            <a:off x="3916958" y="4596087"/>
            <a:ext cx="1341803" cy="289320"/>
            <a:chOff x="7774275" y="4478525"/>
            <a:chExt cx="581925" cy="125475"/>
          </a:xfrm>
        </p:grpSpPr>
        <p:sp>
          <p:nvSpPr>
            <p:cNvPr id="588" name="Google Shape;588;p9"/>
            <p:cNvSpPr/>
            <p:nvPr/>
          </p:nvSpPr>
          <p:spPr>
            <a:xfrm>
              <a:off x="7774275" y="4478525"/>
              <a:ext cx="36250" cy="36950"/>
            </a:xfrm>
            <a:custGeom>
              <a:rect b="b" l="l" r="r" t="t"/>
              <a:pathLst>
                <a:path extrusionOk="0" h="1478" w="1450">
                  <a:moveTo>
                    <a:pt x="725" y="1"/>
                  </a:moveTo>
                  <a:cubicBezTo>
                    <a:pt x="335" y="1"/>
                    <a:pt x="0" y="335"/>
                    <a:pt x="0" y="753"/>
                  </a:cubicBezTo>
                  <a:cubicBezTo>
                    <a:pt x="0" y="1143"/>
                    <a:pt x="335" y="1478"/>
                    <a:pt x="725" y="1478"/>
                  </a:cubicBezTo>
                  <a:cubicBezTo>
                    <a:pt x="1143" y="1478"/>
                    <a:pt x="1450" y="1143"/>
                    <a:pt x="1450" y="753"/>
                  </a:cubicBezTo>
                  <a:cubicBezTo>
                    <a:pt x="1450" y="335"/>
                    <a:pt x="1143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9"/>
            <p:cNvSpPr/>
            <p:nvPr/>
          </p:nvSpPr>
          <p:spPr>
            <a:xfrm>
              <a:off x="7879500" y="4478525"/>
              <a:ext cx="36975" cy="36950"/>
            </a:xfrm>
            <a:custGeom>
              <a:rect b="b" l="l" r="r" t="t"/>
              <a:pathLst>
                <a:path extrusionOk="0" h="1478" w="1479">
                  <a:moveTo>
                    <a:pt x="725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25" y="1478"/>
                  </a:cubicBezTo>
                  <a:cubicBezTo>
                    <a:pt x="1144" y="1478"/>
                    <a:pt x="1478" y="1143"/>
                    <a:pt x="1478" y="753"/>
                  </a:cubicBezTo>
                  <a:cubicBezTo>
                    <a:pt x="1478" y="335"/>
                    <a:pt x="1144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9"/>
            <p:cNvSpPr/>
            <p:nvPr/>
          </p:nvSpPr>
          <p:spPr>
            <a:xfrm>
              <a:off x="7985425" y="4478525"/>
              <a:ext cx="36275" cy="36950"/>
            </a:xfrm>
            <a:custGeom>
              <a:rect b="b" l="l" r="r" t="t"/>
              <a:pathLst>
                <a:path extrusionOk="0" h="1478" w="1451">
                  <a:moveTo>
                    <a:pt x="725" y="1"/>
                  </a:moveTo>
                  <a:cubicBezTo>
                    <a:pt x="307" y="1"/>
                    <a:pt x="1" y="335"/>
                    <a:pt x="1" y="753"/>
                  </a:cubicBezTo>
                  <a:cubicBezTo>
                    <a:pt x="1" y="1143"/>
                    <a:pt x="307" y="1478"/>
                    <a:pt x="725" y="1478"/>
                  </a:cubicBezTo>
                  <a:cubicBezTo>
                    <a:pt x="1116" y="1478"/>
                    <a:pt x="1450" y="1143"/>
                    <a:pt x="1450" y="753"/>
                  </a:cubicBezTo>
                  <a:cubicBezTo>
                    <a:pt x="1450" y="335"/>
                    <a:pt x="1116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9"/>
            <p:cNvSpPr/>
            <p:nvPr/>
          </p:nvSpPr>
          <p:spPr>
            <a:xfrm>
              <a:off x="8090650" y="4478525"/>
              <a:ext cx="36275" cy="36950"/>
            </a:xfrm>
            <a:custGeom>
              <a:rect b="b" l="l" r="r" t="t"/>
              <a:pathLst>
                <a:path extrusionOk="0" h="1478" w="1451">
                  <a:moveTo>
                    <a:pt x="726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26" y="1478"/>
                  </a:cubicBezTo>
                  <a:cubicBezTo>
                    <a:pt x="1116" y="1478"/>
                    <a:pt x="1450" y="1143"/>
                    <a:pt x="1450" y="753"/>
                  </a:cubicBezTo>
                  <a:cubicBezTo>
                    <a:pt x="1450" y="335"/>
                    <a:pt x="1116" y="1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9"/>
            <p:cNvSpPr/>
            <p:nvPr/>
          </p:nvSpPr>
          <p:spPr>
            <a:xfrm>
              <a:off x="8196575" y="4478525"/>
              <a:ext cx="36975" cy="36950"/>
            </a:xfrm>
            <a:custGeom>
              <a:rect b="b" l="l" r="r" t="t"/>
              <a:pathLst>
                <a:path extrusionOk="0" h="1478" w="1479">
                  <a:moveTo>
                    <a:pt x="754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54" y="1478"/>
                  </a:cubicBezTo>
                  <a:cubicBezTo>
                    <a:pt x="1144" y="1478"/>
                    <a:pt x="1478" y="1143"/>
                    <a:pt x="1478" y="753"/>
                  </a:cubicBezTo>
                  <a:cubicBezTo>
                    <a:pt x="1478" y="335"/>
                    <a:pt x="1144" y="1"/>
                    <a:pt x="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9"/>
            <p:cNvSpPr/>
            <p:nvPr/>
          </p:nvSpPr>
          <p:spPr>
            <a:xfrm>
              <a:off x="7898325" y="4567725"/>
              <a:ext cx="36250" cy="36275"/>
            </a:xfrm>
            <a:custGeom>
              <a:rect b="b" l="l" r="r" t="t"/>
              <a:pathLst>
                <a:path extrusionOk="0" h="1451" w="1450">
                  <a:moveTo>
                    <a:pt x="725" y="1"/>
                  </a:moveTo>
                  <a:cubicBezTo>
                    <a:pt x="307" y="1"/>
                    <a:pt x="0" y="335"/>
                    <a:pt x="0" y="725"/>
                  </a:cubicBezTo>
                  <a:cubicBezTo>
                    <a:pt x="0" y="1116"/>
                    <a:pt x="307" y="1450"/>
                    <a:pt x="725" y="1450"/>
                  </a:cubicBezTo>
                  <a:cubicBezTo>
                    <a:pt x="1115" y="1450"/>
                    <a:pt x="1450" y="1116"/>
                    <a:pt x="1450" y="725"/>
                  </a:cubicBezTo>
                  <a:cubicBezTo>
                    <a:pt x="1450" y="335"/>
                    <a:pt x="1115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9"/>
            <p:cNvSpPr/>
            <p:nvPr/>
          </p:nvSpPr>
          <p:spPr>
            <a:xfrm>
              <a:off x="8003550" y="4567725"/>
              <a:ext cx="36250" cy="36275"/>
            </a:xfrm>
            <a:custGeom>
              <a:rect b="b" l="l" r="r" t="t"/>
              <a:pathLst>
                <a:path extrusionOk="0" h="1451" w="1450">
                  <a:moveTo>
                    <a:pt x="725" y="1"/>
                  </a:moveTo>
                  <a:cubicBezTo>
                    <a:pt x="335" y="1"/>
                    <a:pt x="0" y="335"/>
                    <a:pt x="0" y="725"/>
                  </a:cubicBezTo>
                  <a:cubicBezTo>
                    <a:pt x="0" y="1116"/>
                    <a:pt x="335" y="1450"/>
                    <a:pt x="725" y="1450"/>
                  </a:cubicBezTo>
                  <a:cubicBezTo>
                    <a:pt x="1115" y="1450"/>
                    <a:pt x="1450" y="1116"/>
                    <a:pt x="1450" y="725"/>
                  </a:cubicBezTo>
                  <a:cubicBezTo>
                    <a:pt x="1450" y="335"/>
                    <a:pt x="1115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9"/>
            <p:cNvSpPr/>
            <p:nvPr/>
          </p:nvSpPr>
          <p:spPr>
            <a:xfrm>
              <a:off x="8108775" y="4567725"/>
              <a:ext cx="36950" cy="36275"/>
            </a:xfrm>
            <a:custGeom>
              <a:rect b="b" l="l" r="r" t="t"/>
              <a:pathLst>
                <a:path extrusionOk="0" h="1451" w="1478">
                  <a:moveTo>
                    <a:pt x="725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25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9"/>
            <p:cNvSpPr/>
            <p:nvPr/>
          </p:nvSpPr>
          <p:spPr>
            <a:xfrm>
              <a:off x="8214000" y="4567725"/>
              <a:ext cx="36975" cy="36275"/>
            </a:xfrm>
            <a:custGeom>
              <a:rect b="b" l="l" r="r" t="t"/>
              <a:pathLst>
                <a:path extrusionOk="0" h="1451" w="1479">
                  <a:moveTo>
                    <a:pt x="753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53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9"/>
            <p:cNvSpPr/>
            <p:nvPr/>
          </p:nvSpPr>
          <p:spPr>
            <a:xfrm>
              <a:off x="8319225" y="4567725"/>
              <a:ext cx="36975" cy="36275"/>
            </a:xfrm>
            <a:custGeom>
              <a:rect b="b" l="l" r="r" t="t"/>
              <a:pathLst>
                <a:path extrusionOk="0" h="1451" w="1479">
                  <a:moveTo>
                    <a:pt x="754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54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8" name="Google Shape;598;p9"/>
          <p:cNvCxnSpPr/>
          <p:nvPr/>
        </p:nvCxnSpPr>
        <p:spPr>
          <a:xfrm>
            <a:off x="4095750" y="1143000"/>
            <a:ext cx="952500" cy="0"/>
          </a:xfrm>
          <a:prstGeom prst="straightConnector1">
            <a:avLst/>
          </a:prstGeom>
          <a:solidFill>
            <a:srgbClr val="FFFFFF"/>
          </a:solidFill>
          <a:ln cap="rnd" cmpd="sng" w="28575">
            <a:solidFill>
              <a:srgbClr val="7BBCBD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99" name="Google Shape;599;p9"/>
          <p:cNvGrpSpPr/>
          <p:nvPr/>
        </p:nvGrpSpPr>
        <p:grpSpPr>
          <a:xfrm>
            <a:off x="4667250" y="1714500"/>
            <a:ext cx="3048000" cy="2000100"/>
            <a:chOff x="0" y="0"/>
            <a:chExt cx="3048000" cy="2000100"/>
          </a:xfrm>
        </p:grpSpPr>
        <p:sp>
          <p:nvSpPr>
            <p:cNvPr id="600" name="Google Shape;600;p9"/>
            <p:cNvSpPr/>
            <p:nvPr/>
          </p:nvSpPr>
          <p:spPr>
            <a:xfrm>
              <a:off x="0" y="0"/>
              <a:ext cx="3048000" cy="2000100"/>
            </a:xfrm>
            <a:prstGeom prst="roundRect">
              <a:avLst>
                <a:gd fmla="val 5714" name="adj"/>
              </a:avLst>
            </a:prstGeom>
            <a:solidFill>
              <a:srgbClr val="F2F8F6"/>
            </a:solidFill>
            <a:ln cap="flat" cmpd="sng" w="14300">
              <a:solidFill>
                <a:srgbClr val="ABD3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9"/>
            <p:cNvSpPr/>
            <p:nvPr/>
          </p:nvSpPr>
          <p:spPr>
            <a:xfrm>
              <a:off x="2428875" y="209550"/>
              <a:ext cx="381000" cy="3810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9"/>
            <p:cNvSpPr txBox="1"/>
            <p:nvPr/>
          </p:nvSpPr>
          <p:spPr>
            <a:xfrm>
              <a:off x="2428875" y="23876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SA" sz="20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show_chart</a:t>
              </a:r>
              <a:endParaRPr sz="20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03" name="Google Shape;603;p9"/>
            <p:cNvSpPr txBox="1"/>
            <p:nvPr/>
          </p:nvSpPr>
          <p:spPr>
            <a:xfrm>
              <a:off x="238125" y="666750"/>
              <a:ext cx="25719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700">
                  <a:solidFill>
                    <a:srgbClr val="374B5B"/>
                  </a:solidFill>
                  <a:latin typeface="Calibri"/>
                  <a:ea typeface="Calibri"/>
                  <a:cs typeface="Calibri"/>
                  <a:sym typeface="Calibri"/>
                </a:rPr>
                <a:t>متابعة دورية لتغييرات أسعار الدهب كل لحظة</a:t>
              </a:r>
              <a:endParaRPr b="1" sz="1700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4" name="Google Shape;604;p9"/>
          <p:cNvGrpSpPr/>
          <p:nvPr/>
        </p:nvGrpSpPr>
        <p:grpSpPr>
          <a:xfrm>
            <a:off x="1238250" y="1714500"/>
            <a:ext cx="3048000" cy="2000100"/>
            <a:chOff x="0" y="0"/>
            <a:chExt cx="3048000" cy="2000100"/>
          </a:xfrm>
        </p:grpSpPr>
        <p:sp>
          <p:nvSpPr>
            <p:cNvPr id="605" name="Google Shape;605;p9"/>
            <p:cNvSpPr/>
            <p:nvPr/>
          </p:nvSpPr>
          <p:spPr>
            <a:xfrm>
              <a:off x="0" y="0"/>
              <a:ext cx="3048000" cy="2000100"/>
            </a:xfrm>
            <a:prstGeom prst="roundRect">
              <a:avLst>
                <a:gd fmla="val 5714" name="adj"/>
              </a:avLst>
            </a:prstGeom>
            <a:solidFill>
              <a:srgbClr val="F2F8F6"/>
            </a:solidFill>
            <a:ln cap="flat" cmpd="sng" w="14300">
              <a:solidFill>
                <a:srgbClr val="ABD3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9"/>
            <p:cNvSpPr/>
            <p:nvPr/>
          </p:nvSpPr>
          <p:spPr>
            <a:xfrm>
              <a:off x="2428875" y="209550"/>
              <a:ext cx="381000" cy="3810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9"/>
            <p:cNvSpPr txBox="1"/>
            <p:nvPr/>
          </p:nvSpPr>
          <p:spPr>
            <a:xfrm>
              <a:off x="2428875" y="23876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ar-SA" sz="20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calculate</a:t>
              </a:r>
              <a:endParaRPr sz="20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08" name="Google Shape;608;p9"/>
            <p:cNvSpPr txBox="1"/>
            <p:nvPr/>
          </p:nvSpPr>
          <p:spPr>
            <a:xfrm>
              <a:off x="238125" y="666750"/>
              <a:ext cx="25719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700">
                  <a:solidFill>
                    <a:srgbClr val="374B5B"/>
                  </a:solidFill>
                  <a:latin typeface="Calibri"/>
                  <a:ea typeface="Calibri"/>
                  <a:cs typeface="Calibri"/>
                  <a:sym typeface="Calibri"/>
                </a:rPr>
                <a:t>حساب المصنعية و الربح وأسعار الشراء</a:t>
              </a:r>
              <a:endParaRPr b="1" sz="1700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oogle Shape;613;p10"/>
          <p:cNvGrpSpPr/>
          <p:nvPr/>
        </p:nvGrpSpPr>
        <p:grpSpPr>
          <a:xfrm>
            <a:off x="3853897" y="4596087"/>
            <a:ext cx="1341803" cy="289320"/>
            <a:chOff x="7774275" y="4478525"/>
            <a:chExt cx="581925" cy="125475"/>
          </a:xfrm>
        </p:grpSpPr>
        <p:sp>
          <p:nvSpPr>
            <p:cNvPr id="614" name="Google Shape;614;p10"/>
            <p:cNvSpPr/>
            <p:nvPr/>
          </p:nvSpPr>
          <p:spPr>
            <a:xfrm>
              <a:off x="7774275" y="4478525"/>
              <a:ext cx="36250" cy="36950"/>
            </a:xfrm>
            <a:custGeom>
              <a:rect b="b" l="l" r="r" t="t"/>
              <a:pathLst>
                <a:path extrusionOk="0" h="1478" w="1450">
                  <a:moveTo>
                    <a:pt x="725" y="1"/>
                  </a:moveTo>
                  <a:cubicBezTo>
                    <a:pt x="335" y="1"/>
                    <a:pt x="0" y="335"/>
                    <a:pt x="0" y="753"/>
                  </a:cubicBezTo>
                  <a:cubicBezTo>
                    <a:pt x="0" y="1143"/>
                    <a:pt x="335" y="1478"/>
                    <a:pt x="725" y="1478"/>
                  </a:cubicBezTo>
                  <a:cubicBezTo>
                    <a:pt x="1143" y="1478"/>
                    <a:pt x="1450" y="1143"/>
                    <a:pt x="1450" y="753"/>
                  </a:cubicBezTo>
                  <a:cubicBezTo>
                    <a:pt x="1450" y="335"/>
                    <a:pt x="1143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10"/>
            <p:cNvSpPr/>
            <p:nvPr/>
          </p:nvSpPr>
          <p:spPr>
            <a:xfrm>
              <a:off x="7879500" y="4478525"/>
              <a:ext cx="36975" cy="36950"/>
            </a:xfrm>
            <a:custGeom>
              <a:rect b="b" l="l" r="r" t="t"/>
              <a:pathLst>
                <a:path extrusionOk="0" h="1478" w="1479">
                  <a:moveTo>
                    <a:pt x="725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25" y="1478"/>
                  </a:cubicBezTo>
                  <a:cubicBezTo>
                    <a:pt x="1144" y="1478"/>
                    <a:pt x="1478" y="1143"/>
                    <a:pt x="1478" y="753"/>
                  </a:cubicBezTo>
                  <a:cubicBezTo>
                    <a:pt x="1478" y="335"/>
                    <a:pt x="1144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10"/>
            <p:cNvSpPr/>
            <p:nvPr/>
          </p:nvSpPr>
          <p:spPr>
            <a:xfrm>
              <a:off x="7985425" y="4478525"/>
              <a:ext cx="36275" cy="36950"/>
            </a:xfrm>
            <a:custGeom>
              <a:rect b="b" l="l" r="r" t="t"/>
              <a:pathLst>
                <a:path extrusionOk="0" h="1478" w="1451">
                  <a:moveTo>
                    <a:pt x="725" y="1"/>
                  </a:moveTo>
                  <a:cubicBezTo>
                    <a:pt x="307" y="1"/>
                    <a:pt x="1" y="335"/>
                    <a:pt x="1" y="753"/>
                  </a:cubicBezTo>
                  <a:cubicBezTo>
                    <a:pt x="1" y="1143"/>
                    <a:pt x="307" y="1478"/>
                    <a:pt x="725" y="1478"/>
                  </a:cubicBezTo>
                  <a:cubicBezTo>
                    <a:pt x="1116" y="1478"/>
                    <a:pt x="1450" y="1143"/>
                    <a:pt x="1450" y="753"/>
                  </a:cubicBezTo>
                  <a:cubicBezTo>
                    <a:pt x="1450" y="335"/>
                    <a:pt x="1116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10"/>
            <p:cNvSpPr/>
            <p:nvPr/>
          </p:nvSpPr>
          <p:spPr>
            <a:xfrm>
              <a:off x="8090650" y="4478525"/>
              <a:ext cx="36275" cy="36950"/>
            </a:xfrm>
            <a:custGeom>
              <a:rect b="b" l="l" r="r" t="t"/>
              <a:pathLst>
                <a:path extrusionOk="0" h="1478" w="1451">
                  <a:moveTo>
                    <a:pt x="726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26" y="1478"/>
                  </a:cubicBezTo>
                  <a:cubicBezTo>
                    <a:pt x="1116" y="1478"/>
                    <a:pt x="1450" y="1143"/>
                    <a:pt x="1450" y="753"/>
                  </a:cubicBezTo>
                  <a:cubicBezTo>
                    <a:pt x="1450" y="335"/>
                    <a:pt x="1116" y="1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10"/>
            <p:cNvSpPr/>
            <p:nvPr/>
          </p:nvSpPr>
          <p:spPr>
            <a:xfrm>
              <a:off x="8196575" y="4478525"/>
              <a:ext cx="36975" cy="36950"/>
            </a:xfrm>
            <a:custGeom>
              <a:rect b="b" l="l" r="r" t="t"/>
              <a:pathLst>
                <a:path extrusionOk="0" h="1478" w="1479">
                  <a:moveTo>
                    <a:pt x="754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54" y="1478"/>
                  </a:cubicBezTo>
                  <a:cubicBezTo>
                    <a:pt x="1144" y="1478"/>
                    <a:pt x="1478" y="1143"/>
                    <a:pt x="1478" y="753"/>
                  </a:cubicBezTo>
                  <a:cubicBezTo>
                    <a:pt x="1478" y="335"/>
                    <a:pt x="1144" y="1"/>
                    <a:pt x="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10"/>
            <p:cNvSpPr/>
            <p:nvPr/>
          </p:nvSpPr>
          <p:spPr>
            <a:xfrm>
              <a:off x="7898325" y="4567725"/>
              <a:ext cx="36250" cy="36275"/>
            </a:xfrm>
            <a:custGeom>
              <a:rect b="b" l="l" r="r" t="t"/>
              <a:pathLst>
                <a:path extrusionOk="0" h="1451" w="1450">
                  <a:moveTo>
                    <a:pt x="725" y="1"/>
                  </a:moveTo>
                  <a:cubicBezTo>
                    <a:pt x="307" y="1"/>
                    <a:pt x="0" y="335"/>
                    <a:pt x="0" y="725"/>
                  </a:cubicBezTo>
                  <a:cubicBezTo>
                    <a:pt x="0" y="1116"/>
                    <a:pt x="307" y="1450"/>
                    <a:pt x="725" y="1450"/>
                  </a:cubicBezTo>
                  <a:cubicBezTo>
                    <a:pt x="1115" y="1450"/>
                    <a:pt x="1450" y="1116"/>
                    <a:pt x="1450" y="725"/>
                  </a:cubicBezTo>
                  <a:cubicBezTo>
                    <a:pt x="1450" y="335"/>
                    <a:pt x="1115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10"/>
            <p:cNvSpPr/>
            <p:nvPr/>
          </p:nvSpPr>
          <p:spPr>
            <a:xfrm>
              <a:off x="8003550" y="4567725"/>
              <a:ext cx="36250" cy="36275"/>
            </a:xfrm>
            <a:custGeom>
              <a:rect b="b" l="l" r="r" t="t"/>
              <a:pathLst>
                <a:path extrusionOk="0" h="1451" w="1450">
                  <a:moveTo>
                    <a:pt x="725" y="1"/>
                  </a:moveTo>
                  <a:cubicBezTo>
                    <a:pt x="335" y="1"/>
                    <a:pt x="0" y="335"/>
                    <a:pt x="0" y="725"/>
                  </a:cubicBezTo>
                  <a:cubicBezTo>
                    <a:pt x="0" y="1116"/>
                    <a:pt x="335" y="1450"/>
                    <a:pt x="725" y="1450"/>
                  </a:cubicBezTo>
                  <a:cubicBezTo>
                    <a:pt x="1115" y="1450"/>
                    <a:pt x="1450" y="1116"/>
                    <a:pt x="1450" y="725"/>
                  </a:cubicBezTo>
                  <a:cubicBezTo>
                    <a:pt x="1450" y="335"/>
                    <a:pt x="1115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10"/>
            <p:cNvSpPr/>
            <p:nvPr/>
          </p:nvSpPr>
          <p:spPr>
            <a:xfrm>
              <a:off x="8108775" y="4567725"/>
              <a:ext cx="36950" cy="36275"/>
            </a:xfrm>
            <a:custGeom>
              <a:rect b="b" l="l" r="r" t="t"/>
              <a:pathLst>
                <a:path extrusionOk="0" h="1451" w="1478">
                  <a:moveTo>
                    <a:pt x="725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25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10"/>
            <p:cNvSpPr/>
            <p:nvPr/>
          </p:nvSpPr>
          <p:spPr>
            <a:xfrm>
              <a:off x="8214000" y="4567725"/>
              <a:ext cx="36975" cy="36275"/>
            </a:xfrm>
            <a:custGeom>
              <a:rect b="b" l="l" r="r" t="t"/>
              <a:pathLst>
                <a:path extrusionOk="0" h="1451" w="1479">
                  <a:moveTo>
                    <a:pt x="753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53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10"/>
            <p:cNvSpPr/>
            <p:nvPr/>
          </p:nvSpPr>
          <p:spPr>
            <a:xfrm>
              <a:off x="8319225" y="4567725"/>
              <a:ext cx="36975" cy="36275"/>
            </a:xfrm>
            <a:custGeom>
              <a:rect b="b" l="l" r="r" t="t"/>
              <a:pathLst>
                <a:path extrusionOk="0" h="1451" w="1479">
                  <a:moveTo>
                    <a:pt x="754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54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4" name="Google Shape;624;p10"/>
          <p:cNvGrpSpPr/>
          <p:nvPr/>
        </p:nvGrpSpPr>
        <p:grpSpPr>
          <a:xfrm>
            <a:off x="3143250" y="238125"/>
            <a:ext cx="2857500" cy="523800"/>
            <a:chOff x="0" y="0"/>
            <a:chExt cx="2857500" cy="523800"/>
          </a:xfrm>
        </p:grpSpPr>
        <p:sp>
          <p:nvSpPr>
            <p:cNvPr id="625" name="Google Shape;625;p10"/>
            <p:cNvSpPr txBox="1"/>
            <p:nvPr/>
          </p:nvSpPr>
          <p:spPr>
            <a:xfrm>
              <a:off x="0" y="0"/>
              <a:ext cx="2857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3200">
                  <a:solidFill>
                    <a:srgbClr val="374B5B"/>
                  </a:solidFill>
                  <a:latin typeface="Calibri"/>
                  <a:ea typeface="Calibri"/>
                  <a:cs typeface="Calibri"/>
                  <a:sym typeface="Calibri"/>
                </a:rPr>
                <a:t>الحسابات</a:t>
              </a:r>
              <a:endParaRPr b="1" sz="3200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26" name="Google Shape;626;p10"/>
            <p:cNvCxnSpPr/>
            <p:nvPr/>
          </p:nvCxnSpPr>
          <p:spPr>
            <a:xfrm>
              <a:off x="952500" y="495300"/>
              <a:ext cx="952500" cy="0"/>
            </a:xfrm>
            <a:prstGeom prst="straightConnector1">
              <a:avLst/>
            </a:prstGeom>
            <a:solidFill>
              <a:srgbClr val="FFFFFF"/>
            </a:solidFill>
            <a:ln cap="rnd" cmpd="sng" w="28575">
              <a:solidFill>
                <a:srgbClr val="7BBCB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27" name="Google Shape;627;p10"/>
          <p:cNvGrpSpPr/>
          <p:nvPr/>
        </p:nvGrpSpPr>
        <p:grpSpPr>
          <a:xfrm>
            <a:off x="6191250" y="1095375"/>
            <a:ext cx="2381400" cy="1476300"/>
            <a:chOff x="0" y="0"/>
            <a:chExt cx="2381400" cy="1476300"/>
          </a:xfrm>
        </p:grpSpPr>
        <p:sp>
          <p:nvSpPr>
            <p:cNvPr id="628" name="Google Shape;628;p10"/>
            <p:cNvSpPr/>
            <p:nvPr/>
          </p:nvSpPr>
          <p:spPr>
            <a:xfrm>
              <a:off x="0" y="0"/>
              <a:ext cx="2381400" cy="1476300"/>
            </a:xfrm>
            <a:prstGeom prst="roundRect">
              <a:avLst>
                <a:gd fmla="val 7741" name="adj"/>
              </a:avLst>
            </a:prstGeom>
            <a:solidFill>
              <a:srgbClr val="F2F8F6"/>
            </a:solidFill>
            <a:ln cap="flat" cmpd="sng" w="14300">
              <a:solidFill>
                <a:srgbClr val="ABD3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0"/>
            <p:cNvSpPr/>
            <p:nvPr/>
          </p:nvSpPr>
          <p:spPr>
            <a:xfrm>
              <a:off x="1828800" y="190500"/>
              <a:ext cx="342900" cy="3429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0"/>
            <p:cNvSpPr txBox="1"/>
            <p:nvPr/>
          </p:nvSpPr>
          <p:spPr>
            <a:xfrm>
              <a:off x="1828800" y="1905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10"/>
            <p:cNvSpPr txBox="1"/>
            <p:nvPr/>
          </p:nvSpPr>
          <p:spPr>
            <a:xfrm>
              <a:off x="142875" y="5905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500">
                  <a:solidFill>
                    <a:srgbClr val="374B5B"/>
                  </a:solidFill>
                  <a:latin typeface="Calibri"/>
                  <a:ea typeface="Calibri"/>
                  <a:cs typeface="Calibri"/>
                  <a:sym typeface="Calibri"/>
                </a:rPr>
                <a:t>حسابات التكلفة</a:t>
              </a:r>
              <a:endParaRPr b="1" sz="1500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2" name="Google Shape;632;p10"/>
          <p:cNvGrpSpPr/>
          <p:nvPr/>
        </p:nvGrpSpPr>
        <p:grpSpPr>
          <a:xfrm>
            <a:off x="3619500" y="1095375"/>
            <a:ext cx="2381400" cy="1476300"/>
            <a:chOff x="0" y="0"/>
            <a:chExt cx="2381400" cy="1476300"/>
          </a:xfrm>
        </p:grpSpPr>
        <p:sp>
          <p:nvSpPr>
            <p:cNvPr id="633" name="Google Shape;633;p10"/>
            <p:cNvSpPr/>
            <p:nvPr/>
          </p:nvSpPr>
          <p:spPr>
            <a:xfrm>
              <a:off x="0" y="0"/>
              <a:ext cx="2381400" cy="1476300"/>
            </a:xfrm>
            <a:prstGeom prst="roundRect">
              <a:avLst>
                <a:gd fmla="val 7741" name="adj"/>
              </a:avLst>
            </a:prstGeom>
            <a:solidFill>
              <a:srgbClr val="F2F8F6"/>
            </a:solidFill>
            <a:ln cap="flat" cmpd="sng" w="14300">
              <a:solidFill>
                <a:srgbClr val="ABD3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10"/>
            <p:cNvSpPr/>
            <p:nvPr/>
          </p:nvSpPr>
          <p:spPr>
            <a:xfrm>
              <a:off x="1828800" y="190500"/>
              <a:ext cx="342900" cy="3429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10"/>
            <p:cNvSpPr txBox="1"/>
            <p:nvPr/>
          </p:nvSpPr>
          <p:spPr>
            <a:xfrm>
              <a:off x="1828800" y="1905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10"/>
            <p:cNvSpPr txBox="1"/>
            <p:nvPr/>
          </p:nvSpPr>
          <p:spPr>
            <a:xfrm>
              <a:off x="142875" y="5905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400">
                  <a:solidFill>
                    <a:srgbClr val="374B5B"/>
                  </a:solidFill>
                  <a:latin typeface="Calibri"/>
                  <a:ea typeface="Calibri"/>
                  <a:cs typeface="Calibri"/>
                  <a:sym typeface="Calibri"/>
                </a:rPr>
                <a:t>إنشاء شجرة الحسابات الخاصة بالشركة</a:t>
              </a:r>
              <a:endParaRPr b="1" sz="1400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7" name="Google Shape;637;p10"/>
          <p:cNvGrpSpPr/>
          <p:nvPr/>
        </p:nvGrpSpPr>
        <p:grpSpPr>
          <a:xfrm>
            <a:off x="1047750" y="1095375"/>
            <a:ext cx="2381400" cy="1476300"/>
            <a:chOff x="0" y="0"/>
            <a:chExt cx="2381400" cy="1476300"/>
          </a:xfrm>
        </p:grpSpPr>
        <p:sp>
          <p:nvSpPr>
            <p:cNvPr id="638" name="Google Shape;638;p10"/>
            <p:cNvSpPr/>
            <p:nvPr/>
          </p:nvSpPr>
          <p:spPr>
            <a:xfrm>
              <a:off x="0" y="0"/>
              <a:ext cx="2381400" cy="1476300"/>
            </a:xfrm>
            <a:prstGeom prst="roundRect">
              <a:avLst>
                <a:gd fmla="val 7741" name="adj"/>
              </a:avLst>
            </a:prstGeom>
            <a:solidFill>
              <a:srgbClr val="F2F8F6"/>
            </a:solidFill>
            <a:ln cap="flat" cmpd="sng" w="14300">
              <a:solidFill>
                <a:srgbClr val="ABD3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10"/>
            <p:cNvSpPr/>
            <p:nvPr/>
          </p:nvSpPr>
          <p:spPr>
            <a:xfrm>
              <a:off x="1828800" y="190500"/>
              <a:ext cx="342900" cy="3429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10"/>
            <p:cNvSpPr txBox="1"/>
            <p:nvPr/>
          </p:nvSpPr>
          <p:spPr>
            <a:xfrm>
              <a:off x="1828800" y="1905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10"/>
            <p:cNvSpPr txBox="1"/>
            <p:nvPr/>
          </p:nvSpPr>
          <p:spPr>
            <a:xfrm>
              <a:off x="142875" y="5905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400">
                  <a:solidFill>
                    <a:srgbClr val="374B5B"/>
                  </a:solidFill>
                  <a:latin typeface="Calibri"/>
                  <a:ea typeface="Calibri"/>
                  <a:cs typeface="Calibri"/>
                  <a:sym typeface="Calibri"/>
                </a:rPr>
                <a:t>قيود اليومية من الفواتير والمدفوعات</a:t>
              </a:r>
              <a:endParaRPr b="1" sz="1400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2" name="Google Shape;642;p10"/>
          <p:cNvGrpSpPr/>
          <p:nvPr/>
        </p:nvGrpSpPr>
        <p:grpSpPr>
          <a:xfrm>
            <a:off x="4905375" y="2762250"/>
            <a:ext cx="2381400" cy="1476300"/>
            <a:chOff x="0" y="0"/>
            <a:chExt cx="2381400" cy="1476300"/>
          </a:xfrm>
        </p:grpSpPr>
        <p:sp>
          <p:nvSpPr>
            <p:cNvPr id="643" name="Google Shape;643;p10"/>
            <p:cNvSpPr/>
            <p:nvPr/>
          </p:nvSpPr>
          <p:spPr>
            <a:xfrm>
              <a:off x="0" y="0"/>
              <a:ext cx="2381400" cy="1476300"/>
            </a:xfrm>
            <a:prstGeom prst="roundRect">
              <a:avLst>
                <a:gd fmla="val 7741" name="adj"/>
              </a:avLst>
            </a:prstGeom>
            <a:solidFill>
              <a:srgbClr val="F2F8F6"/>
            </a:solidFill>
            <a:ln cap="flat" cmpd="sng" w="14300">
              <a:solidFill>
                <a:srgbClr val="ABD3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10"/>
            <p:cNvSpPr/>
            <p:nvPr/>
          </p:nvSpPr>
          <p:spPr>
            <a:xfrm>
              <a:off x="1828800" y="190500"/>
              <a:ext cx="342900" cy="3429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0"/>
            <p:cNvSpPr txBox="1"/>
            <p:nvPr/>
          </p:nvSpPr>
          <p:spPr>
            <a:xfrm>
              <a:off x="1828800" y="1905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10"/>
            <p:cNvSpPr txBox="1"/>
            <p:nvPr/>
          </p:nvSpPr>
          <p:spPr>
            <a:xfrm>
              <a:off x="142875" y="5905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350">
                  <a:solidFill>
                    <a:srgbClr val="374B5B"/>
                  </a:solidFill>
                  <a:latin typeface="Calibri"/>
                  <a:ea typeface="Calibri"/>
                  <a:cs typeface="Calibri"/>
                  <a:sym typeface="Calibri"/>
                </a:rPr>
                <a:t>الاطلاع على ميزان المراجعة وكافة التقارير المحاسبية</a:t>
              </a:r>
              <a:endParaRPr b="1" sz="1350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7" name="Google Shape;647;p10"/>
          <p:cNvGrpSpPr/>
          <p:nvPr/>
        </p:nvGrpSpPr>
        <p:grpSpPr>
          <a:xfrm>
            <a:off x="2333625" y="2762250"/>
            <a:ext cx="2381400" cy="1476300"/>
            <a:chOff x="0" y="0"/>
            <a:chExt cx="2381400" cy="1476300"/>
          </a:xfrm>
        </p:grpSpPr>
        <p:sp>
          <p:nvSpPr>
            <p:cNvPr id="648" name="Google Shape;648;p10"/>
            <p:cNvSpPr/>
            <p:nvPr/>
          </p:nvSpPr>
          <p:spPr>
            <a:xfrm>
              <a:off x="0" y="0"/>
              <a:ext cx="2381400" cy="1476300"/>
            </a:xfrm>
            <a:prstGeom prst="roundRect">
              <a:avLst>
                <a:gd fmla="val 7741" name="adj"/>
              </a:avLst>
            </a:prstGeom>
            <a:solidFill>
              <a:srgbClr val="F2F8F6"/>
            </a:solidFill>
            <a:ln cap="flat" cmpd="sng" w="14300">
              <a:solidFill>
                <a:srgbClr val="ABD3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0"/>
            <p:cNvSpPr/>
            <p:nvPr/>
          </p:nvSpPr>
          <p:spPr>
            <a:xfrm>
              <a:off x="1828800" y="190500"/>
              <a:ext cx="342900" cy="3429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10"/>
            <p:cNvSpPr txBox="1"/>
            <p:nvPr/>
          </p:nvSpPr>
          <p:spPr>
            <a:xfrm>
              <a:off x="1828800" y="1905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05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10"/>
            <p:cNvSpPr txBox="1"/>
            <p:nvPr/>
          </p:nvSpPr>
          <p:spPr>
            <a:xfrm>
              <a:off x="142875" y="5905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350">
                  <a:solidFill>
                    <a:srgbClr val="374B5B"/>
                  </a:solidFill>
                  <a:latin typeface="Calibri"/>
                  <a:ea typeface="Calibri"/>
                  <a:cs typeface="Calibri"/>
                  <a:sym typeface="Calibri"/>
                </a:rPr>
                <a:t>دعم أنواع الضرائب المختلفة وضريبة القيمة المضافة</a:t>
              </a:r>
              <a:endParaRPr b="1" sz="1350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6" name="Google Shape;656;p11"/>
          <p:cNvGrpSpPr/>
          <p:nvPr/>
        </p:nvGrpSpPr>
        <p:grpSpPr>
          <a:xfrm>
            <a:off x="8732642" y="-10753"/>
            <a:ext cx="865842" cy="5165006"/>
            <a:chOff x="-458975" y="-1"/>
            <a:chExt cx="865842" cy="5165006"/>
          </a:xfrm>
        </p:grpSpPr>
        <p:sp>
          <p:nvSpPr>
            <p:cNvPr id="657" name="Google Shape;657;p11"/>
            <p:cNvSpPr/>
            <p:nvPr/>
          </p:nvSpPr>
          <p:spPr>
            <a:xfrm>
              <a:off x="-458975" y="3326988"/>
              <a:ext cx="855245" cy="295131"/>
            </a:xfrm>
            <a:custGeom>
              <a:rect b="b" l="l" r="r" t="t"/>
              <a:pathLst>
                <a:path extrusionOk="0" h="6099" w="17674">
                  <a:moveTo>
                    <a:pt x="11736" y="1"/>
                  </a:moveTo>
                  <a:cubicBezTo>
                    <a:pt x="11619" y="1"/>
                    <a:pt x="11474" y="28"/>
                    <a:pt x="11290" y="76"/>
                  </a:cubicBezTo>
                  <a:cubicBezTo>
                    <a:pt x="10457" y="334"/>
                    <a:pt x="9633" y="460"/>
                    <a:pt x="8808" y="460"/>
                  </a:cubicBezTo>
                  <a:cubicBezTo>
                    <a:pt x="8030" y="460"/>
                    <a:pt x="7252" y="348"/>
                    <a:pt x="6467" y="132"/>
                  </a:cubicBezTo>
                  <a:cubicBezTo>
                    <a:pt x="6226" y="57"/>
                    <a:pt x="6052" y="11"/>
                    <a:pt x="5921" y="11"/>
                  </a:cubicBezTo>
                  <a:cubicBezTo>
                    <a:pt x="5659" y="11"/>
                    <a:pt x="5566" y="197"/>
                    <a:pt x="5436" y="717"/>
                  </a:cubicBezTo>
                  <a:cubicBezTo>
                    <a:pt x="5296" y="1275"/>
                    <a:pt x="5046" y="1749"/>
                    <a:pt x="4460" y="1832"/>
                  </a:cubicBezTo>
                  <a:cubicBezTo>
                    <a:pt x="3401" y="1944"/>
                    <a:pt x="2342" y="1972"/>
                    <a:pt x="1282" y="1972"/>
                  </a:cubicBezTo>
                  <a:cubicBezTo>
                    <a:pt x="864" y="1972"/>
                    <a:pt x="474" y="2027"/>
                    <a:pt x="251" y="2390"/>
                  </a:cubicBezTo>
                  <a:cubicBezTo>
                    <a:pt x="0" y="2724"/>
                    <a:pt x="0" y="3142"/>
                    <a:pt x="251" y="3505"/>
                  </a:cubicBezTo>
                  <a:cubicBezTo>
                    <a:pt x="452" y="3807"/>
                    <a:pt x="767" y="3927"/>
                    <a:pt x="1155" y="3927"/>
                  </a:cubicBezTo>
                  <a:cubicBezTo>
                    <a:pt x="1197" y="3927"/>
                    <a:pt x="1239" y="3926"/>
                    <a:pt x="1282" y="3923"/>
                  </a:cubicBezTo>
                  <a:cubicBezTo>
                    <a:pt x="2258" y="3811"/>
                    <a:pt x="3234" y="3728"/>
                    <a:pt x="4209" y="3672"/>
                  </a:cubicBezTo>
                  <a:cubicBezTo>
                    <a:pt x="4239" y="3671"/>
                    <a:pt x="4267" y="3670"/>
                    <a:pt x="4295" y="3670"/>
                  </a:cubicBezTo>
                  <a:cubicBezTo>
                    <a:pt x="4881" y="3670"/>
                    <a:pt x="5195" y="3946"/>
                    <a:pt x="5408" y="4425"/>
                  </a:cubicBezTo>
                  <a:cubicBezTo>
                    <a:pt x="5715" y="5094"/>
                    <a:pt x="6244" y="5567"/>
                    <a:pt x="6941" y="5790"/>
                  </a:cubicBezTo>
                  <a:cubicBezTo>
                    <a:pt x="7576" y="6002"/>
                    <a:pt x="8227" y="6099"/>
                    <a:pt x="8880" y="6099"/>
                  </a:cubicBezTo>
                  <a:cubicBezTo>
                    <a:pt x="9433" y="6099"/>
                    <a:pt x="9988" y="6030"/>
                    <a:pt x="10537" y="5902"/>
                  </a:cubicBezTo>
                  <a:cubicBezTo>
                    <a:pt x="11290" y="5735"/>
                    <a:pt x="11959" y="5317"/>
                    <a:pt x="12265" y="4536"/>
                  </a:cubicBezTo>
                  <a:cubicBezTo>
                    <a:pt x="12516" y="3960"/>
                    <a:pt x="12879" y="3631"/>
                    <a:pt x="13456" y="3631"/>
                  </a:cubicBezTo>
                  <a:cubicBezTo>
                    <a:pt x="13521" y="3631"/>
                    <a:pt x="13588" y="3636"/>
                    <a:pt x="13659" y="3644"/>
                  </a:cubicBezTo>
                  <a:cubicBezTo>
                    <a:pt x="14607" y="3700"/>
                    <a:pt x="15555" y="3811"/>
                    <a:pt x="16419" y="3895"/>
                  </a:cubicBezTo>
                  <a:cubicBezTo>
                    <a:pt x="16455" y="3897"/>
                    <a:pt x="16491" y="3898"/>
                    <a:pt x="16527" y="3898"/>
                  </a:cubicBezTo>
                  <a:cubicBezTo>
                    <a:pt x="16923" y="3898"/>
                    <a:pt x="17245" y="3754"/>
                    <a:pt x="17450" y="3421"/>
                  </a:cubicBezTo>
                  <a:cubicBezTo>
                    <a:pt x="17673" y="3087"/>
                    <a:pt x="17673" y="2696"/>
                    <a:pt x="17422" y="2362"/>
                  </a:cubicBezTo>
                  <a:cubicBezTo>
                    <a:pt x="17171" y="2027"/>
                    <a:pt x="16837" y="1944"/>
                    <a:pt x="16419" y="1944"/>
                  </a:cubicBezTo>
                  <a:cubicBezTo>
                    <a:pt x="15499" y="1944"/>
                    <a:pt x="14551" y="1888"/>
                    <a:pt x="13631" y="1860"/>
                  </a:cubicBezTo>
                  <a:cubicBezTo>
                    <a:pt x="12823" y="1832"/>
                    <a:pt x="12405" y="1386"/>
                    <a:pt x="12237" y="606"/>
                  </a:cubicBezTo>
                  <a:cubicBezTo>
                    <a:pt x="12138" y="169"/>
                    <a:pt x="12025" y="1"/>
                    <a:pt x="11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11"/>
            <p:cNvSpPr/>
            <p:nvPr/>
          </p:nvSpPr>
          <p:spPr>
            <a:xfrm>
              <a:off x="-458975" y="3731654"/>
              <a:ext cx="857906" cy="297308"/>
            </a:xfrm>
            <a:custGeom>
              <a:rect b="b" l="l" r="r" t="t"/>
              <a:pathLst>
                <a:path extrusionOk="0" h="6144" w="17729">
                  <a:moveTo>
                    <a:pt x="11714" y="1"/>
                  </a:moveTo>
                  <a:cubicBezTo>
                    <a:pt x="11637" y="1"/>
                    <a:pt x="11551" y="16"/>
                    <a:pt x="11457" y="48"/>
                  </a:cubicBezTo>
                  <a:cubicBezTo>
                    <a:pt x="10582" y="330"/>
                    <a:pt x="9700" y="476"/>
                    <a:pt x="8819" y="476"/>
                  </a:cubicBezTo>
                  <a:cubicBezTo>
                    <a:pt x="7958" y="476"/>
                    <a:pt x="7098" y="337"/>
                    <a:pt x="6244" y="48"/>
                  </a:cubicBezTo>
                  <a:cubicBezTo>
                    <a:pt x="6162" y="22"/>
                    <a:pt x="6088" y="10"/>
                    <a:pt x="6021" y="10"/>
                  </a:cubicBezTo>
                  <a:cubicBezTo>
                    <a:pt x="5796" y="10"/>
                    <a:pt x="5655" y="152"/>
                    <a:pt x="5547" y="410"/>
                  </a:cubicBezTo>
                  <a:cubicBezTo>
                    <a:pt x="5464" y="577"/>
                    <a:pt x="5436" y="772"/>
                    <a:pt x="5380" y="968"/>
                  </a:cubicBezTo>
                  <a:cubicBezTo>
                    <a:pt x="5185" y="1441"/>
                    <a:pt x="4878" y="1832"/>
                    <a:pt x="4349" y="1860"/>
                  </a:cubicBezTo>
                  <a:cubicBezTo>
                    <a:pt x="3345" y="1943"/>
                    <a:pt x="2314" y="1971"/>
                    <a:pt x="1255" y="1999"/>
                  </a:cubicBezTo>
                  <a:cubicBezTo>
                    <a:pt x="809" y="1999"/>
                    <a:pt x="446" y="2083"/>
                    <a:pt x="195" y="2445"/>
                  </a:cubicBezTo>
                  <a:cubicBezTo>
                    <a:pt x="0" y="2807"/>
                    <a:pt x="0" y="3198"/>
                    <a:pt x="251" y="3532"/>
                  </a:cubicBezTo>
                  <a:cubicBezTo>
                    <a:pt x="473" y="3842"/>
                    <a:pt x="747" y="3976"/>
                    <a:pt x="1088" y="3976"/>
                  </a:cubicBezTo>
                  <a:cubicBezTo>
                    <a:pt x="1176" y="3976"/>
                    <a:pt x="1269" y="3967"/>
                    <a:pt x="1366" y="3950"/>
                  </a:cubicBezTo>
                  <a:cubicBezTo>
                    <a:pt x="2230" y="3839"/>
                    <a:pt x="3122" y="3783"/>
                    <a:pt x="4014" y="3671"/>
                  </a:cubicBezTo>
                  <a:cubicBezTo>
                    <a:pt x="4101" y="3658"/>
                    <a:pt x="4184" y="3652"/>
                    <a:pt x="4263" y="3652"/>
                  </a:cubicBezTo>
                  <a:cubicBezTo>
                    <a:pt x="4843" y="3652"/>
                    <a:pt x="5218" y="4006"/>
                    <a:pt x="5464" y="4619"/>
                  </a:cubicBezTo>
                  <a:cubicBezTo>
                    <a:pt x="5742" y="5205"/>
                    <a:pt x="6244" y="5623"/>
                    <a:pt x="6857" y="5846"/>
                  </a:cubicBezTo>
                  <a:cubicBezTo>
                    <a:pt x="7485" y="6055"/>
                    <a:pt x="8121" y="6143"/>
                    <a:pt x="8766" y="6143"/>
                  </a:cubicBezTo>
                  <a:cubicBezTo>
                    <a:pt x="9240" y="6143"/>
                    <a:pt x="9719" y="6096"/>
                    <a:pt x="10203" y="6013"/>
                  </a:cubicBezTo>
                  <a:cubicBezTo>
                    <a:pt x="11262" y="5846"/>
                    <a:pt x="12014" y="5316"/>
                    <a:pt x="12433" y="4313"/>
                  </a:cubicBezTo>
                  <a:cubicBezTo>
                    <a:pt x="12564" y="3918"/>
                    <a:pt x="12894" y="3697"/>
                    <a:pt x="13306" y="3697"/>
                  </a:cubicBezTo>
                  <a:cubicBezTo>
                    <a:pt x="13331" y="3697"/>
                    <a:pt x="13355" y="3698"/>
                    <a:pt x="13380" y="3699"/>
                  </a:cubicBezTo>
                  <a:cubicBezTo>
                    <a:pt x="14384" y="3783"/>
                    <a:pt x="15415" y="3839"/>
                    <a:pt x="16419" y="3950"/>
                  </a:cubicBezTo>
                  <a:cubicBezTo>
                    <a:pt x="16510" y="3967"/>
                    <a:pt x="16599" y="3976"/>
                    <a:pt x="16686" y="3976"/>
                  </a:cubicBezTo>
                  <a:cubicBezTo>
                    <a:pt x="17019" y="3976"/>
                    <a:pt x="17306" y="3842"/>
                    <a:pt x="17506" y="3532"/>
                  </a:cubicBezTo>
                  <a:cubicBezTo>
                    <a:pt x="17729" y="3198"/>
                    <a:pt x="17729" y="2807"/>
                    <a:pt x="17506" y="2445"/>
                  </a:cubicBezTo>
                  <a:cubicBezTo>
                    <a:pt x="17227" y="2083"/>
                    <a:pt x="16865" y="1999"/>
                    <a:pt x="16419" y="1999"/>
                  </a:cubicBezTo>
                  <a:cubicBezTo>
                    <a:pt x="15332" y="1999"/>
                    <a:pt x="14300" y="1971"/>
                    <a:pt x="13241" y="1832"/>
                  </a:cubicBezTo>
                  <a:cubicBezTo>
                    <a:pt x="12572" y="1720"/>
                    <a:pt x="12377" y="1163"/>
                    <a:pt x="12237" y="577"/>
                  </a:cubicBezTo>
                  <a:cubicBezTo>
                    <a:pt x="12151" y="188"/>
                    <a:pt x="11981" y="1"/>
                    <a:pt x="117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11"/>
            <p:cNvSpPr/>
            <p:nvPr/>
          </p:nvSpPr>
          <p:spPr>
            <a:xfrm>
              <a:off x="-453604" y="4156740"/>
              <a:ext cx="852535" cy="293631"/>
            </a:xfrm>
            <a:custGeom>
              <a:rect b="b" l="l" r="r" t="t"/>
              <a:pathLst>
                <a:path extrusionOk="0" h="6068" w="17618">
                  <a:moveTo>
                    <a:pt x="11747" y="1"/>
                  </a:moveTo>
                  <a:cubicBezTo>
                    <a:pt x="11634" y="1"/>
                    <a:pt x="11494" y="26"/>
                    <a:pt x="11318" y="71"/>
                  </a:cubicBezTo>
                  <a:cubicBezTo>
                    <a:pt x="10500" y="330"/>
                    <a:pt x="9675" y="455"/>
                    <a:pt x="8850" y="455"/>
                  </a:cubicBezTo>
                  <a:cubicBezTo>
                    <a:pt x="8072" y="455"/>
                    <a:pt x="7295" y="343"/>
                    <a:pt x="6523" y="127"/>
                  </a:cubicBezTo>
                  <a:cubicBezTo>
                    <a:pt x="6273" y="53"/>
                    <a:pt x="6093" y="6"/>
                    <a:pt x="5958" y="6"/>
                  </a:cubicBezTo>
                  <a:cubicBezTo>
                    <a:pt x="5687" y="6"/>
                    <a:pt x="5594" y="192"/>
                    <a:pt x="5464" y="712"/>
                  </a:cubicBezTo>
                  <a:cubicBezTo>
                    <a:pt x="5325" y="1270"/>
                    <a:pt x="5018" y="1744"/>
                    <a:pt x="4377" y="1827"/>
                  </a:cubicBezTo>
                  <a:cubicBezTo>
                    <a:pt x="3513" y="1939"/>
                    <a:pt x="2677" y="1995"/>
                    <a:pt x="1813" y="2078"/>
                  </a:cubicBezTo>
                  <a:cubicBezTo>
                    <a:pt x="1813" y="2023"/>
                    <a:pt x="1813" y="2023"/>
                    <a:pt x="1757" y="1967"/>
                  </a:cubicBezTo>
                  <a:cubicBezTo>
                    <a:pt x="1534" y="1967"/>
                    <a:pt x="1283" y="1939"/>
                    <a:pt x="1032" y="1939"/>
                  </a:cubicBezTo>
                  <a:cubicBezTo>
                    <a:pt x="475" y="1939"/>
                    <a:pt x="1" y="2413"/>
                    <a:pt x="29" y="2942"/>
                  </a:cubicBezTo>
                  <a:cubicBezTo>
                    <a:pt x="81" y="3493"/>
                    <a:pt x="577" y="3895"/>
                    <a:pt x="1145" y="3895"/>
                  </a:cubicBezTo>
                  <a:cubicBezTo>
                    <a:pt x="1182" y="3895"/>
                    <a:pt x="1218" y="3894"/>
                    <a:pt x="1255" y="3890"/>
                  </a:cubicBezTo>
                  <a:cubicBezTo>
                    <a:pt x="2286" y="3779"/>
                    <a:pt x="3346" y="3695"/>
                    <a:pt x="4377" y="3639"/>
                  </a:cubicBezTo>
                  <a:cubicBezTo>
                    <a:pt x="4405" y="3638"/>
                    <a:pt x="4432" y="3637"/>
                    <a:pt x="4459" y="3637"/>
                  </a:cubicBezTo>
                  <a:cubicBezTo>
                    <a:pt x="4912" y="3637"/>
                    <a:pt x="5195" y="3861"/>
                    <a:pt x="5353" y="4308"/>
                  </a:cubicBezTo>
                  <a:cubicBezTo>
                    <a:pt x="5631" y="5061"/>
                    <a:pt x="6189" y="5507"/>
                    <a:pt x="6969" y="5758"/>
                  </a:cubicBezTo>
                  <a:cubicBezTo>
                    <a:pt x="7572" y="5982"/>
                    <a:pt x="8184" y="6067"/>
                    <a:pt x="8801" y="6067"/>
                  </a:cubicBezTo>
                  <a:cubicBezTo>
                    <a:pt x="9184" y="6067"/>
                    <a:pt x="9568" y="6034"/>
                    <a:pt x="9952" y="5981"/>
                  </a:cubicBezTo>
                  <a:cubicBezTo>
                    <a:pt x="11039" y="5786"/>
                    <a:pt x="11931" y="5312"/>
                    <a:pt x="12405" y="4197"/>
                  </a:cubicBezTo>
                  <a:cubicBezTo>
                    <a:pt x="12561" y="3808"/>
                    <a:pt x="12885" y="3636"/>
                    <a:pt x="13287" y="3636"/>
                  </a:cubicBezTo>
                  <a:cubicBezTo>
                    <a:pt x="13318" y="3636"/>
                    <a:pt x="13349" y="3637"/>
                    <a:pt x="13381" y="3639"/>
                  </a:cubicBezTo>
                  <a:cubicBezTo>
                    <a:pt x="14384" y="3695"/>
                    <a:pt x="15388" y="3779"/>
                    <a:pt x="16419" y="3890"/>
                  </a:cubicBezTo>
                  <a:cubicBezTo>
                    <a:pt x="16512" y="3902"/>
                    <a:pt x="16603" y="3909"/>
                    <a:pt x="16691" y="3909"/>
                  </a:cubicBezTo>
                  <a:cubicBezTo>
                    <a:pt x="17028" y="3909"/>
                    <a:pt x="17318" y="3809"/>
                    <a:pt x="17451" y="3500"/>
                  </a:cubicBezTo>
                  <a:cubicBezTo>
                    <a:pt x="17590" y="3193"/>
                    <a:pt x="17618" y="2775"/>
                    <a:pt x="17534" y="2441"/>
                  </a:cubicBezTo>
                  <a:cubicBezTo>
                    <a:pt x="17339" y="2023"/>
                    <a:pt x="16921" y="1939"/>
                    <a:pt x="16475" y="1939"/>
                  </a:cubicBezTo>
                  <a:cubicBezTo>
                    <a:pt x="16099" y="1953"/>
                    <a:pt x="15722" y="1960"/>
                    <a:pt x="15346" y="1960"/>
                  </a:cubicBezTo>
                  <a:cubicBezTo>
                    <a:pt x="14970" y="1960"/>
                    <a:pt x="14593" y="1953"/>
                    <a:pt x="14217" y="1939"/>
                  </a:cubicBezTo>
                  <a:cubicBezTo>
                    <a:pt x="12879" y="1855"/>
                    <a:pt x="12517" y="1577"/>
                    <a:pt x="12266" y="601"/>
                  </a:cubicBezTo>
                  <a:cubicBezTo>
                    <a:pt x="12165" y="176"/>
                    <a:pt x="12049" y="1"/>
                    <a:pt x="117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11"/>
            <p:cNvSpPr/>
            <p:nvPr/>
          </p:nvSpPr>
          <p:spPr>
            <a:xfrm>
              <a:off x="-453604" y="4573599"/>
              <a:ext cx="852535" cy="292760"/>
            </a:xfrm>
            <a:custGeom>
              <a:rect b="b" l="l" r="r" t="t"/>
              <a:pathLst>
                <a:path extrusionOk="0" h="6050" w="17618">
                  <a:moveTo>
                    <a:pt x="11656" y="0"/>
                  </a:moveTo>
                  <a:cubicBezTo>
                    <a:pt x="11578" y="0"/>
                    <a:pt x="11492" y="14"/>
                    <a:pt x="11402" y="42"/>
                  </a:cubicBezTo>
                  <a:cubicBezTo>
                    <a:pt x="10510" y="321"/>
                    <a:pt x="9625" y="460"/>
                    <a:pt x="8747" y="460"/>
                  </a:cubicBezTo>
                  <a:cubicBezTo>
                    <a:pt x="7868" y="460"/>
                    <a:pt x="6997" y="321"/>
                    <a:pt x="6133" y="42"/>
                  </a:cubicBezTo>
                  <a:cubicBezTo>
                    <a:pt x="6052" y="15"/>
                    <a:pt x="5980" y="2"/>
                    <a:pt x="5916" y="2"/>
                  </a:cubicBezTo>
                  <a:cubicBezTo>
                    <a:pt x="5651" y="2"/>
                    <a:pt x="5521" y="213"/>
                    <a:pt x="5408" y="460"/>
                  </a:cubicBezTo>
                  <a:cubicBezTo>
                    <a:pt x="5297" y="739"/>
                    <a:pt x="5269" y="1045"/>
                    <a:pt x="5074" y="1268"/>
                  </a:cubicBezTo>
                  <a:cubicBezTo>
                    <a:pt x="4879" y="1491"/>
                    <a:pt x="4572" y="1770"/>
                    <a:pt x="4238" y="1826"/>
                  </a:cubicBezTo>
                  <a:cubicBezTo>
                    <a:pt x="3206" y="1910"/>
                    <a:pt x="2119" y="1965"/>
                    <a:pt x="1032" y="1965"/>
                  </a:cubicBezTo>
                  <a:cubicBezTo>
                    <a:pt x="447" y="1965"/>
                    <a:pt x="1" y="2300"/>
                    <a:pt x="1" y="2885"/>
                  </a:cubicBezTo>
                  <a:cubicBezTo>
                    <a:pt x="1" y="3490"/>
                    <a:pt x="422" y="3921"/>
                    <a:pt x="962" y="3921"/>
                  </a:cubicBezTo>
                  <a:cubicBezTo>
                    <a:pt x="994" y="3921"/>
                    <a:pt x="1027" y="3920"/>
                    <a:pt x="1060" y="3917"/>
                  </a:cubicBezTo>
                  <a:cubicBezTo>
                    <a:pt x="1924" y="3805"/>
                    <a:pt x="2732" y="3666"/>
                    <a:pt x="3624" y="3638"/>
                  </a:cubicBezTo>
                  <a:cubicBezTo>
                    <a:pt x="3767" y="3629"/>
                    <a:pt x="3899" y="3622"/>
                    <a:pt x="4022" y="3622"/>
                  </a:cubicBezTo>
                  <a:cubicBezTo>
                    <a:pt x="4643" y="3622"/>
                    <a:pt x="5027" y="3780"/>
                    <a:pt x="5353" y="4502"/>
                  </a:cubicBezTo>
                  <a:cubicBezTo>
                    <a:pt x="5631" y="5171"/>
                    <a:pt x="6189" y="5645"/>
                    <a:pt x="6914" y="5812"/>
                  </a:cubicBezTo>
                  <a:cubicBezTo>
                    <a:pt x="7555" y="5982"/>
                    <a:pt x="8184" y="6050"/>
                    <a:pt x="8827" y="6050"/>
                  </a:cubicBezTo>
                  <a:cubicBezTo>
                    <a:pt x="9133" y="6050"/>
                    <a:pt x="9442" y="6034"/>
                    <a:pt x="9757" y="6007"/>
                  </a:cubicBezTo>
                  <a:cubicBezTo>
                    <a:pt x="10928" y="5896"/>
                    <a:pt x="11820" y="5394"/>
                    <a:pt x="12322" y="4279"/>
                  </a:cubicBezTo>
                  <a:cubicBezTo>
                    <a:pt x="12461" y="4000"/>
                    <a:pt x="12851" y="3666"/>
                    <a:pt x="13102" y="3666"/>
                  </a:cubicBezTo>
                  <a:cubicBezTo>
                    <a:pt x="14189" y="3666"/>
                    <a:pt x="15248" y="3777"/>
                    <a:pt x="16336" y="3917"/>
                  </a:cubicBezTo>
                  <a:cubicBezTo>
                    <a:pt x="16420" y="3929"/>
                    <a:pt x="16501" y="3935"/>
                    <a:pt x="16580" y="3935"/>
                  </a:cubicBezTo>
                  <a:cubicBezTo>
                    <a:pt x="16866" y="3935"/>
                    <a:pt x="17114" y="3845"/>
                    <a:pt x="17311" y="3582"/>
                  </a:cubicBezTo>
                  <a:cubicBezTo>
                    <a:pt x="17590" y="3248"/>
                    <a:pt x="17618" y="2829"/>
                    <a:pt x="17395" y="2439"/>
                  </a:cubicBezTo>
                  <a:cubicBezTo>
                    <a:pt x="17172" y="2133"/>
                    <a:pt x="16865" y="1993"/>
                    <a:pt x="16447" y="1993"/>
                  </a:cubicBezTo>
                  <a:cubicBezTo>
                    <a:pt x="15667" y="1993"/>
                    <a:pt x="14942" y="1965"/>
                    <a:pt x="14189" y="1965"/>
                  </a:cubicBezTo>
                  <a:cubicBezTo>
                    <a:pt x="13102" y="1965"/>
                    <a:pt x="12294" y="1603"/>
                    <a:pt x="12099" y="376"/>
                  </a:cubicBezTo>
                  <a:cubicBezTo>
                    <a:pt x="12057" y="125"/>
                    <a:pt x="11889" y="0"/>
                    <a:pt x="116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11"/>
            <p:cNvSpPr/>
            <p:nvPr/>
          </p:nvSpPr>
          <p:spPr>
            <a:xfrm>
              <a:off x="-452249" y="2910710"/>
              <a:ext cx="859116" cy="292421"/>
            </a:xfrm>
            <a:custGeom>
              <a:rect b="b" l="l" r="r" t="t"/>
              <a:pathLst>
                <a:path extrusionOk="0" h="6043" w="17754">
                  <a:moveTo>
                    <a:pt x="11678" y="1"/>
                  </a:moveTo>
                  <a:cubicBezTo>
                    <a:pt x="11535" y="1"/>
                    <a:pt x="11356" y="44"/>
                    <a:pt x="11123" y="121"/>
                  </a:cubicBezTo>
                  <a:cubicBezTo>
                    <a:pt x="10340" y="355"/>
                    <a:pt x="9565" y="466"/>
                    <a:pt x="8792" y="466"/>
                  </a:cubicBezTo>
                  <a:cubicBezTo>
                    <a:pt x="7997" y="466"/>
                    <a:pt x="7204" y="348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5"/>
                    <a:pt x="5408" y="707"/>
                  </a:cubicBezTo>
                  <a:cubicBezTo>
                    <a:pt x="5213" y="1431"/>
                    <a:pt x="4767" y="1822"/>
                    <a:pt x="4070" y="1933"/>
                  </a:cubicBezTo>
                  <a:cubicBezTo>
                    <a:pt x="3457" y="1989"/>
                    <a:pt x="2816" y="2045"/>
                    <a:pt x="2203" y="2073"/>
                  </a:cubicBezTo>
                  <a:lnTo>
                    <a:pt x="2203" y="2045"/>
                  </a:lnTo>
                  <a:lnTo>
                    <a:pt x="1004" y="2045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59"/>
                    <a:pt x="574" y="3914"/>
                    <a:pt x="1111" y="3914"/>
                  </a:cubicBezTo>
                  <a:cubicBezTo>
                    <a:pt x="1131" y="3914"/>
                    <a:pt x="1151" y="3913"/>
                    <a:pt x="1171" y="3912"/>
                  </a:cubicBezTo>
                  <a:cubicBezTo>
                    <a:pt x="2203" y="3857"/>
                    <a:pt x="3234" y="3773"/>
                    <a:pt x="4293" y="3717"/>
                  </a:cubicBezTo>
                  <a:cubicBezTo>
                    <a:pt x="4341" y="3712"/>
                    <a:pt x="4388" y="3709"/>
                    <a:pt x="4433" y="3709"/>
                  </a:cubicBezTo>
                  <a:cubicBezTo>
                    <a:pt x="4838" y="3709"/>
                    <a:pt x="5146" y="3930"/>
                    <a:pt x="5297" y="4330"/>
                  </a:cubicBezTo>
                  <a:cubicBezTo>
                    <a:pt x="5631" y="5195"/>
                    <a:pt x="6328" y="5752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30"/>
                    <a:pt x="9868" y="6003"/>
                  </a:cubicBezTo>
                  <a:cubicBezTo>
                    <a:pt x="11011" y="5891"/>
                    <a:pt x="11959" y="5390"/>
                    <a:pt x="12405" y="4219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5"/>
                    <a:pt x="15471" y="3773"/>
                    <a:pt x="16531" y="3884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8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9"/>
                  </a:cubicBezTo>
                  <a:cubicBezTo>
                    <a:pt x="16399" y="1999"/>
                    <a:pt x="16210" y="2004"/>
                    <a:pt x="16021" y="2004"/>
                  </a:cubicBezTo>
                  <a:cubicBezTo>
                    <a:pt x="15198" y="2004"/>
                    <a:pt x="14364" y="1918"/>
                    <a:pt x="13548" y="1850"/>
                  </a:cubicBezTo>
                  <a:cubicBezTo>
                    <a:pt x="12823" y="1794"/>
                    <a:pt x="12461" y="1487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1"/>
            <p:cNvSpPr/>
            <p:nvPr/>
          </p:nvSpPr>
          <p:spPr>
            <a:xfrm>
              <a:off x="-452249" y="2493995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49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30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57"/>
                    <a:pt x="574" y="3912"/>
                    <a:pt x="1111" y="3912"/>
                  </a:cubicBezTo>
                  <a:cubicBezTo>
                    <a:pt x="1131" y="3912"/>
                    <a:pt x="1151" y="3912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41" y="3710"/>
                    <a:pt x="4388" y="3707"/>
                    <a:pt x="4433" y="3707"/>
                  </a:cubicBezTo>
                  <a:cubicBezTo>
                    <a:pt x="4838" y="3707"/>
                    <a:pt x="5146" y="3928"/>
                    <a:pt x="5297" y="4329"/>
                  </a:cubicBezTo>
                  <a:cubicBezTo>
                    <a:pt x="5631" y="5193"/>
                    <a:pt x="6328" y="5751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0"/>
                    <a:pt x="16734" y="3900"/>
                  </a:cubicBezTo>
                  <a:cubicBezTo>
                    <a:pt x="17137" y="3900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11"/>
            <p:cNvSpPr/>
            <p:nvPr/>
          </p:nvSpPr>
          <p:spPr>
            <a:xfrm>
              <a:off x="-452249" y="2079120"/>
              <a:ext cx="859116" cy="292518"/>
            </a:xfrm>
            <a:custGeom>
              <a:rect b="b" l="l" r="r" t="t"/>
              <a:pathLst>
                <a:path extrusionOk="0" h="6045" w="17754">
                  <a:moveTo>
                    <a:pt x="11671" y="1"/>
                  </a:moveTo>
                  <a:cubicBezTo>
                    <a:pt x="11530" y="1"/>
                    <a:pt x="11352" y="40"/>
                    <a:pt x="11123" y="108"/>
                  </a:cubicBezTo>
                  <a:cubicBezTo>
                    <a:pt x="10340" y="356"/>
                    <a:pt x="9563" y="474"/>
                    <a:pt x="8790" y="474"/>
                  </a:cubicBezTo>
                  <a:cubicBezTo>
                    <a:pt x="7995" y="474"/>
                    <a:pt x="7204" y="349"/>
                    <a:pt x="6412" y="108"/>
                  </a:cubicBezTo>
                  <a:cubicBezTo>
                    <a:pt x="6226" y="62"/>
                    <a:pt x="6079" y="35"/>
                    <a:pt x="5960" y="35"/>
                  </a:cubicBezTo>
                  <a:cubicBezTo>
                    <a:pt x="5650" y="35"/>
                    <a:pt x="5529" y="218"/>
                    <a:pt x="5408" y="722"/>
                  </a:cubicBezTo>
                  <a:cubicBezTo>
                    <a:pt x="5213" y="1446"/>
                    <a:pt x="4767" y="1837"/>
                    <a:pt x="4070" y="1920"/>
                  </a:cubicBezTo>
                  <a:cubicBezTo>
                    <a:pt x="3457" y="2004"/>
                    <a:pt x="2816" y="2032"/>
                    <a:pt x="2203" y="2087"/>
                  </a:cubicBezTo>
                  <a:lnTo>
                    <a:pt x="2203" y="2032"/>
                  </a:lnTo>
                  <a:lnTo>
                    <a:pt x="1004" y="2032"/>
                  </a:lnTo>
                  <a:cubicBezTo>
                    <a:pt x="447" y="2060"/>
                    <a:pt x="1" y="2533"/>
                    <a:pt x="28" y="3035"/>
                  </a:cubicBezTo>
                  <a:cubicBezTo>
                    <a:pt x="55" y="3547"/>
                    <a:pt x="577" y="3929"/>
                    <a:pt x="1115" y="3929"/>
                  </a:cubicBezTo>
                  <a:cubicBezTo>
                    <a:pt x="1134" y="3929"/>
                    <a:pt x="1153" y="3928"/>
                    <a:pt x="1171" y="3927"/>
                  </a:cubicBezTo>
                  <a:cubicBezTo>
                    <a:pt x="2203" y="3844"/>
                    <a:pt x="3234" y="3788"/>
                    <a:pt x="4293" y="3704"/>
                  </a:cubicBezTo>
                  <a:cubicBezTo>
                    <a:pt x="4323" y="3702"/>
                    <a:pt x="4352" y="3702"/>
                    <a:pt x="4380" y="3702"/>
                  </a:cubicBezTo>
                  <a:cubicBezTo>
                    <a:pt x="4811" y="3702"/>
                    <a:pt x="5140" y="3901"/>
                    <a:pt x="5297" y="4345"/>
                  </a:cubicBezTo>
                  <a:cubicBezTo>
                    <a:pt x="5631" y="5209"/>
                    <a:pt x="6328" y="5767"/>
                    <a:pt x="7248" y="5906"/>
                  </a:cubicBezTo>
                  <a:cubicBezTo>
                    <a:pt x="7839" y="6002"/>
                    <a:pt x="8429" y="6045"/>
                    <a:pt x="9029" y="6045"/>
                  </a:cubicBezTo>
                  <a:cubicBezTo>
                    <a:pt x="9306" y="6045"/>
                    <a:pt x="9586" y="6035"/>
                    <a:pt x="9868" y="6018"/>
                  </a:cubicBezTo>
                  <a:cubicBezTo>
                    <a:pt x="11011" y="5906"/>
                    <a:pt x="11959" y="5377"/>
                    <a:pt x="12405" y="4234"/>
                  </a:cubicBezTo>
                  <a:cubicBezTo>
                    <a:pt x="12560" y="3845"/>
                    <a:pt x="12884" y="3673"/>
                    <a:pt x="13265" y="3673"/>
                  </a:cubicBezTo>
                  <a:cubicBezTo>
                    <a:pt x="13294" y="3673"/>
                    <a:pt x="13323" y="3674"/>
                    <a:pt x="13353" y="3676"/>
                  </a:cubicBezTo>
                  <a:cubicBezTo>
                    <a:pt x="14384" y="3732"/>
                    <a:pt x="15471" y="3788"/>
                    <a:pt x="16531" y="3871"/>
                  </a:cubicBezTo>
                  <a:cubicBezTo>
                    <a:pt x="16601" y="3883"/>
                    <a:pt x="16669" y="3889"/>
                    <a:pt x="16734" y="3889"/>
                  </a:cubicBezTo>
                  <a:cubicBezTo>
                    <a:pt x="17137" y="3889"/>
                    <a:pt x="17442" y="3674"/>
                    <a:pt x="17562" y="3314"/>
                  </a:cubicBezTo>
                  <a:cubicBezTo>
                    <a:pt x="17754" y="2766"/>
                    <a:pt x="17461" y="2003"/>
                    <a:pt x="16631" y="2003"/>
                  </a:cubicBezTo>
                  <a:cubicBezTo>
                    <a:pt x="16616" y="2003"/>
                    <a:pt x="16601" y="2003"/>
                    <a:pt x="16586" y="2004"/>
                  </a:cubicBezTo>
                  <a:cubicBezTo>
                    <a:pt x="16478" y="2007"/>
                    <a:pt x="16369" y="2008"/>
                    <a:pt x="16260" y="2008"/>
                  </a:cubicBezTo>
                  <a:cubicBezTo>
                    <a:pt x="15360" y="2008"/>
                    <a:pt x="14443" y="1914"/>
                    <a:pt x="13548" y="1864"/>
                  </a:cubicBezTo>
                  <a:cubicBezTo>
                    <a:pt x="12823" y="1781"/>
                    <a:pt x="12461" y="1474"/>
                    <a:pt x="12266" y="749"/>
                  </a:cubicBezTo>
                  <a:cubicBezTo>
                    <a:pt x="12130" y="207"/>
                    <a:pt x="11994" y="1"/>
                    <a:pt x="116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11"/>
            <p:cNvSpPr/>
            <p:nvPr/>
          </p:nvSpPr>
          <p:spPr>
            <a:xfrm>
              <a:off x="-452249" y="1663083"/>
              <a:ext cx="859116" cy="292372"/>
            </a:xfrm>
            <a:custGeom>
              <a:rect b="b" l="l" r="r" t="t"/>
              <a:pathLst>
                <a:path extrusionOk="0" h="6042" w="17754">
                  <a:moveTo>
                    <a:pt x="11678" y="0"/>
                  </a:moveTo>
                  <a:cubicBezTo>
                    <a:pt x="11535" y="0"/>
                    <a:pt x="11356" y="43"/>
                    <a:pt x="11123" y="121"/>
                  </a:cubicBezTo>
                  <a:cubicBezTo>
                    <a:pt x="10340" y="354"/>
                    <a:pt x="9565" y="466"/>
                    <a:pt x="8792" y="466"/>
                  </a:cubicBezTo>
                  <a:cubicBezTo>
                    <a:pt x="7997" y="466"/>
                    <a:pt x="7204" y="347"/>
                    <a:pt x="6412" y="121"/>
                  </a:cubicBezTo>
                  <a:cubicBezTo>
                    <a:pt x="6215" y="72"/>
                    <a:pt x="6062" y="42"/>
                    <a:pt x="5939" y="42"/>
                  </a:cubicBezTo>
                  <a:cubicBezTo>
                    <a:pt x="5645" y="42"/>
                    <a:pt x="5526" y="214"/>
                    <a:pt x="5408" y="706"/>
                  </a:cubicBezTo>
                  <a:cubicBezTo>
                    <a:pt x="5213" y="1431"/>
                    <a:pt x="4767" y="1821"/>
                    <a:pt x="4070" y="1933"/>
                  </a:cubicBezTo>
                  <a:cubicBezTo>
                    <a:pt x="3457" y="1988"/>
                    <a:pt x="2816" y="2044"/>
                    <a:pt x="2203" y="2072"/>
                  </a:cubicBezTo>
                  <a:lnTo>
                    <a:pt x="2203" y="2016"/>
                  </a:lnTo>
                  <a:lnTo>
                    <a:pt x="1004" y="2016"/>
                  </a:lnTo>
                  <a:cubicBezTo>
                    <a:pt x="447" y="2072"/>
                    <a:pt x="1" y="2518"/>
                    <a:pt x="28" y="3048"/>
                  </a:cubicBezTo>
                  <a:cubicBezTo>
                    <a:pt x="55" y="3532"/>
                    <a:pt x="577" y="3913"/>
                    <a:pt x="1115" y="3913"/>
                  </a:cubicBezTo>
                  <a:cubicBezTo>
                    <a:pt x="1134" y="3913"/>
                    <a:pt x="1152" y="3913"/>
                    <a:pt x="1171" y="3912"/>
                  </a:cubicBezTo>
                  <a:cubicBezTo>
                    <a:pt x="2203" y="3856"/>
                    <a:pt x="3234" y="3772"/>
                    <a:pt x="4293" y="3717"/>
                  </a:cubicBezTo>
                  <a:cubicBezTo>
                    <a:pt x="4341" y="3711"/>
                    <a:pt x="4388" y="3708"/>
                    <a:pt x="4433" y="3708"/>
                  </a:cubicBezTo>
                  <a:cubicBezTo>
                    <a:pt x="4838" y="3708"/>
                    <a:pt x="5146" y="3929"/>
                    <a:pt x="5297" y="4330"/>
                  </a:cubicBezTo>
                  <a:cubicBezTo>
                    <a:pt x="5631" y="5194"/>
                    <a:pt x="6328" y="5751"/>
                    <a:pt x="7248" y="5891"/>
                  </a:cubicBezTo>
                  <a:cubicBezTo>
                    <a:pt x="7835" y="5986"/>
                    <a:pt x="8422" y="6042"/>
                    <a:pt x="9018" y="6042"/>
                  </a:cubicBezTo>
                  <a:cubicBezTo>
                    <a:pt x="9299" y="6042"/>
                    <a:pt x="9582" y="6029"/>
                    <a:pt x="9868" y="6002"/>
                  </a:cubicBezTo>
                  <a:cubicBezTo>
                    <a:pt x="11011" y="5891"/>
                    <a:pt x="11959" y="5389"/>
                    <a:pt x="12405" y="4218"/>
                  </a:cubicBezTo>
                  <a:cubicBezTo>
                    <a:pt x="12560" y="3830"/>
                    <a:pt x="12884" y="3658"/>
                    <a:pt x="13265" y="3658"/>
                  </a:cubicBezTo>
                  <a:cubicBezTo>
                    <a:pt x="13294" y="3658"/>
                    <a:pt x="13323" y="3659"/>
                    <a:pt x="13353" y="3661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587" y="3890"/>
                    <a:pt x="16641" y="3893"/>
                    <a:pt x="16695" y="3893"/>
                  </a:cubicBezTo>
                  <a:cubicBezTo>
                    <a:pt x="17116" y="3893"/>
                    <a:pt x="17438" y="3698"/>
                    <a:pt x="17562" y="3326"/>
                  </a:cubicBezTo>
                  <a:cubicBezTo>
                    <a:pt x="17754" y="2778"/>
                    <a:pt x="17461" y="1988"/>
                    <a:pt x="16630" y="1988"/>
                  </a:cubicBezTo>
                  <a:cubicBezTo>
                    <a:pt x="16615" y="1988"/>
                    <a:pt x="16601" y="1988"/>
                    <a:pt x="16586" y="1988"/>
                  </a:cubicBezTo>
                  <a:cubicBezTo>
                    <a:pt x="16399" y="1999"/>
                    <a:pt x="16210" y="2003"/>
                    <a:pt x="16021" y="2003"/>
                  </a:cubicBezTo>
                  <a:cubicBezTo>
                    <a:pt x="15198" y="2003"/>
                    <a:pt x="14364" y="1917"/>
                    <a:pt x="13548" y="1849"/>
                  </a:cubicBezTo>
                  <a:cubicBezTo>
                    <a:pt x="12823" y="1793"/>
                    <a:pt x="12461" y="1459"/>
                    <a:pt x="12266" y="734"/>
                  </a:cubicBezTo>
                  <a:cubicBezTo>
                    <a:pt x="12131" y="214"/>
                    <a:pt x="11996" y="0"/>
                    <a:pt x="116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11"/>
            <p:cNvSpPr/>
            <p:nvPr/>
          </p:nvSpPr>
          <p:spPr>
            <a:xfrm>
              <a:off x="-452249" y="1247675"/>
              <a:ext cx="859116" cy="292711"/>
            </a:xfrm>
            <a:custGeom>
              <a:rect b="b" l="l" r="r" t="t"/>
              <a:pathLst>
                <a:path extrusionOk="0" h="6049" w="17754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1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9"/>
                    <a:pt x="12405" y="4246"/>
                  </a:cubicBezTo>
                  <a:cubicBezTo>
                    <a:pt x="12560" y="3857"/>
                    <a:pt x="12884" y="3685"/>
                    <a:pt x="13265" y="3685"/>
                  </a:cubicBezTo>
                  <a:cubicBezTo>
                    <a:pt x="13294" y="3685"/>
                    <a:pt x="13323" y="3686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5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3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11"/>
            <p:cNvSpPr/>
            <p:nvPr/>
          </p:nvSpPr>
          <p:spPr>
            <a:xfrm>
              <a:off x="-452249" y="832170"/>
              <a:ext cx="859116" cy="291840"/>
            </a:xfrm>
            <a:custGeom>
              <a:rect b="b" l="l" r="r" t="t"/>
              <a:pathLst>
                <a:path extrusionOk="0" h="6031" w="17754">
                  <a:moveTo>
                    <a:pt x="11678" y="1"/>
                  </a:moveTo>
                  <a:cubicBezTo>
                    <a:pt x="11535" y="1"/>
                    <a:pt x="11356" y="44"/>
                    <a:pt x="11123" y="122"/>
                  </a:cubicBezTo>
                  <a:cubicBezTo>
                    <a:pt x="10340" y="355"/>
                    <a:pt x="9565" y="467"/>
                    <a:pt x="8792" y="467"/>
                  </a:cubicBezTo>
                  <a:cubicBezTo>
                    <a:pt x="7997" y="467"/>
                    <a:pt x="7204" y="348"/>
                    <a:pt x="6412" y="122"/>
                  </a:cubicBezTo>
                  <a:cubicBezTo>
                    <a:pt x="6213" y="64"/>
                    <a:pt x="6059" y="30"/>
                    <a:pt x="5935" y="30"/>
                  </a:cubicBezTo>
                  <a:cubicBezTo>
                    <a:pt x="5643" y="30"/>
                    <a:pt x="5526" y="217"/>
                    <a:pt x="5408" y="707"/>
                  </a:cubicBezTo>
                  <a:cubicBezTo>
                    <a:pt x="5213" y="1432"/>
                    <a:pt x="4767" y="1822"/>
                    <a:pt x="4070" y="1933"/>
                  </a:cubicBezTo>
                  <a:cubicBezTo>
                    <a:pt x="3457" y="1989"/>
                    <a:pt x="2816" y="2017"/>
                    <a:pt x="2203" y="2073"/>
                  </a:cubicBezTo>
                  <a:lnTo>
                    <a:pt x="2203" y="2017"/>
                  </a:lnTo>
                  <a:lnTo>
                    <a:pt x="1004" y="2017"/>
                  </a:lnTo>
                  <a:cubicBezTo>
                    <a:pt x="447" y="2073"/>
                    <a:pt x="1" y="2519"/>
                    <a:pt x="28" y="3048"/>
                  </a:cubicBezTo>
                  <a:cubicBezTo>
                    <a:pt x="55" y="3533"/>
                    <a:pt x="577" y="3914"/>
                    <a:pt x="1115" y="3914"/>
                  </a:cubicBezTo>
                  <a:cubicBezTo>
                    <a:pt x="1134" y="3914"/>
                    <a:pt x="1152" y="3914"/>
                    <a:pt x="1171" y="3913"/>
                  </a:cubicBezTo>
                  <a:cubicBezTo>
                    <a:pt x="2203" y="3829"/>
                    <a:pt x="3234" y="3773"/>
                    <a:pt x="4293" y="3690"/>
                  </a:cubicBezTo>
                  <a:cubicBezTo>
                    <a:pt x="4320" y="3688"/>
                    <a:pt x="4346" y="3687"/>
                    <a:pt x="4372" y="3687"/>
                  </a:cubicBezTo>
                  <a:cubicBezTo>
                    <a:pt x="4807" y="3687"/>
                    <a:pt x="5139" y="3910"/>
                    <a:pt x="5297" y="4331"/>
                  </a:cubicBezTo>
                  <a:cubicBezTo>
                    <a:pt x="5631" y="5195"/>
                    <a:pt x="6328" y="5752"/>
                    <a:pt x="7248" y="5892"/>
                  </a:cubicBezTo>
                  <a:cubicBezTo>
                    <a:pt x="7839" y="5987"/>
                    <a:pt x="8429" y="6030"/>
                    <a:pt x="9029" y="6030"/>
                  </a:cubicBezTo>
                  <a:cubicBezTo>
                    <a:pt x="9306" y="6030"/>
                    <a:pt x="9586" y="6021"/>
                    <a:pt x="9868" y="6003"/>
                  </a:cubicBezTo>
                  <a:cubicBezTo>
                    <a:pt x="11011" y="5892"/>
                    <a:pt x="11959" y="5362"/>
                    <a:pt x="12405" y="4219"/>
                  </a:cubicBezTo>
                  <a:cubicBezTo>
                    <a:pt x="12560" y="3831"/>
                    <a:pt x="12884" y="3659"/>
                    <a:pt x="13265" y="3659"/>
                  </a:cubicBezTo>
                  <a:cubicBezTo>
                    <a:pt x="13294" y="3659"/>
                    <a:pt x="13323" y="3660"/>
                    <a:pt x="13353" y="3662"/>
                  </a:cubicBezTo>
                  <a:cubicBezTo>
                    <a:pt x="14384" y="3745"/>
                    <a:pt x="15471" y="3773"/>
                    <a:pt x="16531" y="3885"/>
                  </a:cubicBezTo>
                  <a:cubicBezTo>
                    <a:pt x="16587" y="3891"/>
                    <a:pt x="16641" y="3894"/>
                    <a:pt x="16695" y="3894"/>
                  </a:cubicBezTo>
                  <a:cubicBezTo>
                    <a:pt x="17116" y="3894"/>
                    <a:pt x="17438" y="3699"/>
                    <a:pt x="17562" y="3327"/>
                  </a:cubicBezTo>
                  <a:cubicBezTo>
                    <a:pt x="17754" y="2779"/>
                    <a:pt x="17461" y="1988"/>
                    <a:pt x="16630" y="1988"/>
                  </a:cubicBezTo>
                  <a:cubicBezTo>
                    <a:pt x="16615" y="1988"/>
                    <a:pt x="16601" y="1989"/>
                    <a:pt x="16586" y="1989"/>
                  </a:cubicBezTo>
                  <a:cubicBezTo>
                    <a:pt x="16452" y="1993"/>
                    <a:pt x="16317" y="1995"/>
                    <a:pt x="16182" y="1995"/>
                  </a:cubicBezTo>
                  <a:cubicBezTo>
                    <a:pt x="15307" y="1995"/>
                    <a:pt x="14417" y="1922"/>
                    <a:pt x="13548" y="1850"/>
                  </a:cubicBezTo>
                  <a:cubicBezTo>
                    <a:pt x="12823" y="1794"/>
                    <a:pt x="12461" y="1460"/>
                    <a:pt x="12266" y="735"/>
                  </a:cubicBezTo>
                  <a:cubicBezTo>
                    <a:pt x="12131" y="215"/>
                    <a:pt x="11996" y="1"/>
                    <a:pt x="116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11"/>
            <p:cNvSpPr/>
            <p:nvPr/>
          </p:nvSpPr>
          <p:spPr>
            <a:xfrm>
              <a:off x="-452249" y="416811"/>
              <a:ext cx="858971" cy="292711"/>
            </a:xfrm>
            <a:custGeom>
              <a:rect b="b" l="l" r="r" t="t"/>
              <a:pathLst>
                <a:path extrusionOk="0" h="6049" w="17751">
                  <a:moveTo>
                    <a:pt x="11674" y="0"/>
                  </a:moveTo>
                  <a:cubicBezTo>
                    <a:pt x="11532" y="0"/>
                    <a:pt x="11353" y="43"/>
                    <a:pt x="11123" y="120"/>
                  </a:cubicBezTo>
                  <a:cubicBezTo>
                    <a:pt x="10352" y="363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0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3"/>
                    <a:pt x="5408" y="705"/>
                  </a:cubicBezTo>
                  <a:cubicBezTo>
                    <a:pt x="5213" y="1458"/>
                    <a:pt x="4767" y="1820"/>
                    <a:pt x="4070" y="1932"/>
                  </a:cubicBezTo>
                  <a:cubicBezTo>
                    <a:pt x="3457" y="2015"/>
                    <a:pt x="2816" y="2043"/>
                    <a:pt x="2203" y="2071"/>
                  </a:cubicBezTo>
                  <a:lnTo>
                    <a:pt x="2203" y="2043"/>
                  </a:lnTo>
                  <a:lnTo>
                    <a:pt x="1004" y="2043"/>
                  </a:lnTo>
                  <a:cubicBezTo>
                    <a:pt x="447" y="2071"/>
                    <a:pt x="1" y="2517"/>
                    <a:pt x="28" y="3047"/>
                  </a:cubicBezTo>
                  <a:cubicBezTo>
                    <a:pt x="55" y="3543"/>
                    <a:pt x="545" y="3916"/>
                    <a:pt x="1065" y="3916"/>
                  </a:cubicBezTo>
                  <a:cubicBezTo>
                    <a:pt x="1100" y="3916"/>
                    <a:pt x="1136" y="3915"/>
                    <a:pt x="1171" y="3911"/>
                  </a:cubicBezTo>
                  <a:cubicBezTo>
                    <a:pt x="2203" y="3855"/>
                    <a:pt x="3234" y="3772"/>
                    <a:pt x="4293" y="3716"/>
                  </a:cubicBezTo>
                  <a:cubicBezTo>
                    <a:pt x="4323" y="3714"/>
                    <a:pt x="4352" y="3713"/>
                    <a:pt x="4381" y="3713"/>
                  </a:cubicBezTo>
                  <a:cubicBezTo>
                    <a:pt x="4812" y="3713"/>
                    <a:pt x="5140" y="3911"/>
                    <a:pt x="5297" y="4329"/>
                  </a:cubicBezTo>
                  <a:cubicBezTo>
                    <a:pt x="5631" y="5221"/>
                    <a:pt x="6328" y="5779"/>
                    <a:pt x="7248" y="5918"/>
                  </a:cubicBezTo>
                  <a:cubicBezTo>
                    <a:pt x="7788" y="6005"/>
                    <a:pt x="8328" y="6049"/>
                    <a:pt x="8875" y="6049"/>
                  </a:cubicBezTo>
                  <a:cubicBezTo>
                    <a:pt x="9203" y="6049"/>
                    <a:pt x="9534" y="6033"/>
                    <a:pt x="9868" y="6002"/>
                  </a:cubicBezTo>
                  <a:cubicBezTo>
                    <a:pt x="11011" y="5918"/>
                    <a:pt x="11959" y="5388"/>
                    <a:pt x="12405" y="4245"/>
                  </a:cubicBezTo>
                  <a:cubicBezTo>
                    <a:pt x="12554" y="3874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8"/>
                  </a:cubicBezTo>
                  <a:cubicBezTo>
                    <a:pt x="14384" y="3744"/>
                    <a:pt x="15471" y="3772"/>
                    <a:pt x="16531" y="3883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5"/>
                    <a:pt x="17562" y="3326"/>
                  </a:cubicBezTo>
                  <a:cubicBezTo>
                    <a:pt x="17751" y="2786"/>
                    <a:pt x="17470" y="2013"/>
                    <a:pt x="16670" y="2013"/>
                  </a:cubicBezTo>
                  <a:cubicBezTo>
                    <a:pt x="16643" y="2013"/>
                    <a:pt x="16615" y="2014"/>
                    <a:pt x="16586" y="2015"/>
                  </a:cubicBezTo>
                  <a:cubicBezTo>
                    <a:pt x="16478" y="2018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6"/>
                  </a:cubicBezTo>
                  <a:cubicBezTo>
                    <a:pt x="12823" y="1792"/>
                    <a:pt x="12461" y="1486"/>
                    <a:pt x="12266" y="761"/>
                  </a:cubicBezTo>
                  <a:cubicBezTo>
                    <a:pt x="12130" y="220"/>
                    <a:pt x="11995" y="0"/>
                    <a:pt x="116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11"/>
            <p:cNvSpPr/>
            <p:nvPr/>
          </p:nvSpPr>
          <p:spPr>
            <a:xfrm>
              <a:off x="-452249" y="-1"/>
              <a:ext cx="859116" cy="292760"/>
            </a:xfrm>
            <a:custGeom>
              <a:rect b="b" l="l" r="r" t="t"/>
              <a:pathLst>
                <a:path extrusionOk="0" h="6050" w="17754">
                  <a:moveTo>
                    <a:pt x="11674" y="1"/>
                  </a:moveTo>
                  <a:cubicBezTo>
                    <a:pt x="11532" y="1"/>
                    <a:pt x="11353" y="44"/>
                    <a:pt x="11123" y="121"/>
                  </a:cubicBezTo>
                  <a:cubicBezTo>
                    <a:pt x="10352" y="364"/>
                    <a:pt x="9587" y="476"/>
                    <a:pt x="8826" y="476"/>
                  </a:cubicBezTo>
                  <a:cubicBezTo>
                    <a:pt x="8019" y="476"/>
                    <a:pt x="7215" y="350"/>
                    <a:pt x="6412" y="121"/>
                  </a:cubicBezTo>
                  <a:cubicBezTo>
                    <a:pt x="6215" y="71"/>
                    <a:pt x="6062" y="41"/>
                    <a:pt x="5939" y="41"/>
                  </a:cubicBezTo>
                  <a:cubicBezTo>
                    <a:pt x="5645" y="41"/>
                    <a:pt x="5526" y="214"/>
                    <a:pt x="5408" y="706"/>
                  </a:cubicBezTo>
                  <a:cubicBezTo>
                    <a:pt x="5213" y="1459"/>
                    <a:pt x="4767" y="1821"/>
                    <a:pt x="4070" y="1932"/>
                  </a:cubicBezTo>
                  <a:cubicBezTo>
                    <a:pt x="3457" y="2016"/>
                    <a:pt x="2816" y="2044"/>
                    <a:pt x="2203" y="2072"/>
                  </a:cubicBezTo>
                  <a:lnTo>
                    <a:pt x="2203" y="2044"/>
                  </a:lnTo>
                  <a:lnTo>
                    <a:pt x="1004" y="2044"/>
                  </a:lnTo>
                  <a:cubicBezTo>
                    <a:pt x="447" y="2072"/>
                    <a:pt x="1" y="2518"/>
                    <a:pt x="28" y="3047"/>
                  </a:cubicBezTo>
                  <a:cubicBezTo>
                    <a:pt x="55" y="3543"/>
                    <a:pt x="545" y="3917"/>
                    <a:pt x="1065" y="3917"/>
                  </a:cubicBezTo>
                  <a:cubicBezTo>
                    <a:pt x="1100" y="3917"/>
                    <a:pt x="1136" y="3915"/>
                    <a:pt x="1171" y="3912"/>
                  </a:cubicBezTo>
                  <a:cubicBezTo>
                    <a:pt x="2203" y="3856"/>
                    <a:pt x="3234" y="3772"/>
                    <a:pt x="4293" y="3716"/>
                  </a:cubicBezTo>
                  <a:cubicBezTo>
                    <a:pt x="4323" y="3715"/>
                    <a:pt x="4352" y="3714"/>
                    <a:pt x="4381" y="3714"/>
                  </a:cubicBezTo>
                  <a:cubicBezTo>
                    <a:pt x="4812" y="3714"/>
                    <a:pt x="5140" y="3911"/>
                    <a:pt x="5297" y="4330"/>
                  </a:cubicBezTo>
                  <a:cubicBezTo>
                    <a:pt x="5631" y="5222"/>
                    <a:pt x="6328" y="5779"/>
                    <a:pt x="7248" y="5919"/>
                  </a:cubicBezTo>
                  <a:cubicBezTo>
                    <a:pt x="7788" y="6006"/>
                    <a:pt x="8328" y="6049"/>
                    <a:pt x="8875" y="6049"/>
                  </a:cubicBezTo>
                  <a:cubicBezTo>
                    <a:pt x="9203" y="6049"/>
                    <a:pt x="9534" y="6034"/>
                    <a:pt x="9868" y="6002"/>
                  </a:cubicBezTo>
                  <a:cubicBezTo>
                    <a:pt x="11011" y="5919"/>
                    <a:pt x="11959" y="5389"/>
                    <a:pt x="12405" y="4246"/>
                  </a:cubicBezTo>
                  <a:cubicBezTo>
                    <a:pt x="12554" y="3875"/>
                    <a:pt x="12856" y="3679"/>
                    <a:pt x="13215" y="3679"/>
                  </a:cubicBezTo>
                  <a:cubicBezTo>
                    <a:pt x="13260" y="3679"/>
                    <a:pt x="13306" y="3682"/>
                    <a:pt x="13353" y="3689"/>
                  </a:cubicBezTo>
                  <a:cubicBezTo>
                    <a:pt x="14384" y="3744"/>
                    <a:pt x="15471" y="3772"/>
                    <a:pt x="16531" y="3884"/>
                  </a:cubicBezTo>
                  <a:cubicBezTo>
                    <a:pt x="16601" y="3895"/>
                    <a:pt x="16669" y="3901"/>
                    <a:pt x="16734" y="3901"/>
                  </a:cubicBezTo>
                  <a:cubicBezTo>
                    <a:pt x="17137" y="3901"/>
                    <a:pt x="17442" y="3686"/>
                    <a:pt x="17562" y="3326"/>
                  </a:cubicBezTo>
                  <a:cubicBezTo>
                    <a:pt x="17754" y="2778"/>
                    <a:pt x="17461" y="2015"/>
                    <a:pt x="16631" y="2015"/>
                  </a:cubicBezTo>
                  <a:cubicBezTo>
                    <a:pt x="16616" y="2015"/>
                    <a:pt x="16601" y="2016"/>
                    <a:pt x="16586" y="2016"/>
                  </a:cubicBezTo>
                  <a:cubicBezTo>
                    <a:pt x="16478" y="2019"/>
                    <a:pt x="16369" y="2020"/>
                    <a:pt x="16260" y="2020"/>
                  </a:cubicBezTo>
                  <a:cubicBezTo>
                    <a:pt x="15360" y="2020"/>
                    <a:pt x="14443" y="1926"/>
                    <a:pt x="13548" y="1877"/>
                  </a:cubicBezTo>
                  <a:cubicBezTo>
                    <a:pt x="12823" y="1793"/>
                    <a:pt x="12461" y="1486"/>
                    <a:pt x="12266" y="762"/>
                  </a:cubicBezTo>
                  <a:cubicBezTo>
                    <a:pt x="12130" y="220"/>
                    <a:pt x="11995" y="1"/>
                    <a:pt x="116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11"/>
            <p:cNvSpPr/>
            <p:nvPr/>
          </p:nvSpPr>
          <p:spPr>
            <a:xfrm>
              <a:off x="-349716" y="4932539"/>
              <a:ext cx="639184" cy="232466"/>
            </a:xfrm>
            <a:custGeom>
              <a:rect b="b" l="l" r="r" t="t"/>
              <a:pathLst>
                <a:path extrusionOk="0" h="4804" w="13209">
                  <a:moveTo>
                    <a:pt x="8759" y="0"/>
                  </a:moveTo>
                  <a:cubicBezTo>
                    <a:pt x="8709" y="0"/>
                    <a:pt x="8651" y="13"/>
                    <a:pt x="8586" y="39"/>
                  </a:cubicBezTo>
                  <a:cubicBezTo>
                    <a:pt x="7958" y="262"/>
                    <a:pt x="7317" y="366"/>
                    <a:pt x="6673" y="366"/>
                  </a:cubicBezTo>
                  <a:cubicBezTo>
                    <a:pt x="6028" y="366"/>
                    <a:pt x="5380" y="262"/>
                    <a:pt x="4739" y="67"/>
                  </a:cubicBezTo>
                  <a:cubicBezTo>
                    <a:pt x="4625" y="26"/>
                    <a:pt x="4538" y="4"/>
                    <a:pt x="4468" y="4"/>
                  </a:cubicBezTo>
                  <a:cubicBezTo>
                    <a:pt x="4298" y="4"/>
                    <a:pt x="4233" y="133"/>
                    <a:pt x="4153" y="429"/>
                  </a:cubicBezTo>
                  <a:cubicBezTo>
                    <a:pt x="3986" y="1014"/>
                    <a:pt x="3707" y="1516"/>
                    <a:pt x="3011" y="1516"/>
                  </a:cubicBezTo>
                  <a:cubicBezTo>
                    <a:pt x="2258" y="1544"/>
                    <a:pt x="1561" y="1600"/>
                    <a:pt x="836" y="1655"/>
                  </a:cubicBezTo>
                  <a:cubicBezTo>
                    <a:pt x="836" y="1572"/>
                    <a:pt x="808" y="1544"/>
                    <a:pt x="781" y="1460"/>
                  </a:cubicBezTo>
                  <a:cubicBezTo>
                    <a:pt x="558" y="1600"/>
                    <a:pt x="307" y="1711"/>
                    <a:pt x="223" y="1878"/>
                  </a:cubicBezTo>
                  <a:cubicBezTo>
                    <a:pt x="0" y="2213"/>
                    <a:pt x="0" y="2575"/>
                    <a:pt x="279" y="2826"/>
                  </a:cubicBezTo>
                  <a:cubicBezTo>
                    <a:pt x="446" y="2993"/>
                    <a:pt x="725" y="3077"/>
                    <a:pt x="948" y="3077"/>
                  </a:cubicBezTo>
                  <a:cubicBezTo>
                    <a:pt x="1673" y="3049"/>
                    <a:pt x="2369" y="2938"/>
                    <a:pt x="3094" y="2854"/>
                  </a:cubicBezTo>
                  <a:cubicBezTo>
                    <a:pt x="3119" y="2853"/>
                    <a:pt x="3144" y="2852"/>
                    <a:pt x="3168" y="2852"/>
                  </a:cubicBezTo>
                  <a:cubicBezTo>
                    <a:pt x="3624" y="2852"/>
                    <a:pt x="3883" y="3100"/>
                    <a:pt x="4042" y="3523"/>
                  </a:cubicBezTo>
                  <a:cubicBezTo>
                    <a:pt x="4265" y="3997"/>
                    <a:pt x="4572" y="4359"/>
                    <a:pt x="5073" y="4527"/>
                  </a:cubicBezTo>
                  <a:cubicBezTo>
                    <a:pt x="5569" y="4717"/>
                    <a:pt x="6077" y="4803"/>
                    <a:pt x="6598" y="4803"/>
                  </a:cubicBezTo>
                  <a:cubicBezTo>
                    <a:pt x="6840" y="4803"/>
                    <a:pt x="7084" y="4785"/>
                    <a:pt x="7331" y="4750"/>
                  </a:cubicBezTo>
                  <a:cubicBezTo>
                    <a:pt x="8223" y="4638"/>
                    <a:pt x="8892" y="4248"/>
                    <a:pt x="9255" y="3356"/>
                  </a:cubicBezTo>
                  <a:cubicBezTo>
                    <a:pt x="9384" y="3019"/>
                    <a:pt x="9586" y="2851"/>
                    <a:pt x="9904" y="2851"/>
                  </a:cubicBezTo>
                  <a:cubicBezTo>
                    <a:pt x="9928" y="2851"/>
                    <a:pt x="9954" y="2852"/>
                    <a:pt x="9979" y="2854"/>
                  </a:cubicBezTo>
                  <a:cubicBezTo>
                    <a:pt x="10732" y="2938"/>
                    <a:pt x="11513" y="3049"/>
                    <a:pt x="12265" y="3105"/>
                  </a:cubicBezTo>
                  <a:cubicBezTo>
                    <a:pt x="12280" y="3106"/>
                    <a:pt x="12295" y="3106"/>
                    <a:pt x="12310" y="3106"/>
                  </a:cubicBezTo>
                  <a:cubicBezTo>
                    <a:pt x="12793" y="3106"/>
                    <a:pt x="13209" y="2670"/>
                    <a:pt x="13074" y="2129"/>
                  </a:cubicBezTo>
                  <a:cubicBezTo>
                    <a:pt x="12934" y="1683"/>
                    <a:pt x="12655" y="1572"/>
                    <a:pt x="12182" y="1572"/>
                  </a:cubicBezTo>
                  <a:cubicBezTo>
                    <a:pt x="11429" y="1572"/>
                    <a:pt x="10676" y="1572"/>
                    <a:pt x="9952" y="1460"/>
                  </a:cubicBezTo>
                  <a:cubicBezTo>
                    <a:pt x="9366" y="1405"/>
                    <a:pt x="9171" y="875"/>
                    <a:pt x="9060" y="345"/>
                  </a:cubicBezTo>
                  <a:cubicBezTo>
                    <a:pt x="9017" y="132"/>
                    <a:pt x="8925" y="0"/>
                    <a:pt x="8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0" name="Google Shape;670;p11"/>
          <p:cNvGrpSpPr/>
          <p:nvPr/>
        </p:nvGrpSpPr>
        <p:grpSpPr>
          <a:xfrm>
            <a:off x="3867150" y="4629150"/>
            <a:ext cx="838200" cy="209550"/>
            <a:chOff x="-38100" y="-38100"/>
            <a:chExt cx="838200" cy="209550"/>
          </a:xfrm>
        </p:grpSpPr>
        <p:sp>
          <p:nvSpPr>
            <p:cNvPr id="671" name="Google Shape;671;p11"/>
            <p:cNvSpPr/>
            <p:nvPr/>
          </p:nvSpPr>
          <p:spPr>
            <a:xfrm>
              <a:off x="-38100" y="-38100"/>
              <a:ext cx="76200" cy="762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1"/>
            <p:cNvSpPr/>
            <p:nvPr/>
          </p:nvSpPr>
          <p:spPr>
            <a:xfrm>
              <a:off x="114300" y="-38100"/>
              <a:ext cx="76200" cy="762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1"/>
            <p:cNvSpPr/>
            <p:nvPr/>
          </p:nvSpPr>
          <p:spPr>
            <a:xfrm>
              <a:off x="266700" y="-38100"/>
              <a:ext cx="76200" cy="762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1"/>
            <p:cNvSpPr/>
            <p:nvPr/>
          </p:nvSpPr>
          <p:spPr>
            <a:xfrm>
              <a:off x="419100" y="-38100"/>
              <a:ext cx="76200" cy="762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1"/>
            <p:cNvSpPr/>
            <p:nvPr/>
          </p:nvSpPr>
          <p:spPr>
            <a:xfrm>
              <a:off x="571500" y="-38100"/>
              <a:ext cx="76200" cy="762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1"/>
            <p:cNvSpPr/>
            <p:nvPr/>
          </p:nvSpPr>
          <p:spPr>
            <a:xfrm>
              <a:off x="723900" y="-38100"/>
              <a:ext cx="76200" cy="762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1"/>
            <p:cNvSpPr/>
            <p:nvPr/>
          </p:nvSpPr>
          <p:spPr>
            <a:xfrm>
              <a:off x="114300" y="95250"/>
              <a:ext cx="76200" cy="762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1"/>
            <p:cNvSpPr/>
            <p:nvPr/>
          </p:nvSpPr>
          <p:spPr>
            <a:xfrm>
              <a:off x="266700" y="95250"/>
              <a:ext cx="76200" cy="762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1"/>
            <p:cNvSpPr/>
            <p:nvPr/>
          </p:nvSpPr>
          <p:spPr>
            <a:xfrm>
              <a:off x="419100" y="95250"/>
              <a:ext cx="76200" cy="762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1"/>
            <p:cNvSpPr/>
            <p:nvPr/>
          </p:nvSpPr>
          <p:spPr>
            <a:xfrm>
              <a:off x="571500" y="95250"/>
              <a:ext cx="76200" cy="76200"/>
            </a:xfrm>
            <a:prstGeom prst="ellipse">
              <a:avLst/>
            </a:prstGeom>
            <a:solidFill>
              <a:srgbClr val="5785A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1" name="Google Shape;681;p11"/>
          <p:cNvGrpSpPr/>
          <p:nvPr/>
        </p:nvGrpSpPr>
        <p:grpSpPr>
          <a:xfrm>
            <a:off x="1714500" y="266700"/>
            <a:ext cx="5715000" cy="571500"/>
            <a:chOff x="0" y="0"/>
            <a:chExt cx="5715000" cy="571500"/>
          </a:xfrm>
        </p:grpSpPr>
        <p:sp>
          <p:nvSpPr>
            <p:cNvPr id="682" name="Google Shape;682;p11"/>
            <p:cNvSpPr txBox="1"/>
            <p:nvPr/>
          </p:nvSpPr>
          <p:spPr>
            <a:xfrm>
              <a:off x="0" y="0"/>
              <a:ext cx="571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3200">
                  <a:solidFill>
                    <a:srgbClr val="374B5B"/>
                  </a:solidFill>
                  <a:latin typeface="Calibri"/>
                  <a:ea typeface="Calibri"/>
                  <a:cs typeface="Calibri"/>
                  <a:sym typeface="Calibri"/>
                </a:rPr>
                <a:t>برنامج واحد لكل أقسام الشركة</a:t>
              </a:r>
              <a:endParaRPr b="1" sz="3200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83" name="Google Shape;683;p11"/>
            <p:cNvCxnSpPr/>
            <p:nvPr/>
          </p:nvCxnSpPr>
          <p:spPr>
            <a:xfrm>
              <a:off x="2381250" y="533400"/>
              <a:ext cx="952500" cy="0"/>
            </a:xfrm>
            <a:prstGeom prst="straightConnector1">
              <a:avLst/>
            </a:prstGeom>
            <a:solidFill>
              <a:srgbClr val="FFFFFF"/>
            </a:solidFill>
            <a:ln cap="rnd" cmpd="sng" w="28575">
              <a:solidFill>
                <a:srgbClr val="7BBCB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84" name="Google Shape;684;p11"/>
          <p:cNvGrpSpPr/>
          <p:nvPr/>
        </p:nvGrpSpPr>
        <p:grpSpPr>
          <a:xfrm>
            <a:off x="6048375" y="1143000"/>
            <a:ext cx="2476500" cy="1524000"/>
            <a:chOff x="0" y="0"/>
            <a:chExt cx="2476500" cy="1524000"/>
          </a:xfrm>
        </p:grpSpPr>
        <p:sp>
          <p:nvSpPr>
            <p:cNvPr id="685" name="Google Shape;685;p11"/>
            <p:cNvSpPr/>
            <p:nvPr/>
          </p:nvSpPr>
          <p:spPr>
            <a:xfrm>
              <a:off x="0" y="0"/>
              <a:ext cx="2476500" cy="1524000"/>
            </a:xfrm>
            <a:prstGeom prst="roundRect">
              <a:avLst>
                <a:gd fmla="val 7500" name="adj"/>
              </a:avLst>
            </a:prstGeom>
            <a:solidFill>
              <a:srgbClr val="F2F8F6"/>
            </a:solidFill>
            <a:ln cap="flat" cmpd="sng" w="14300">
              <a:solidFill>
                <a:srgbClr val="ABD3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1"/>
            <p:cNvSpPr/>
            <p:nvPr/>
          </p:nvSpPr>
          <p:spPr>
            <a:xfrm>
              <a:off x="971550" y="152400"/>
              <a:ext cx="533400" cy="533400"/>
            </a:xfrm>
            <a:prstGeom prst="ellipse">
              <a:avLst/>
            </a:prstGeom>
            <a:solidFill>
              <a:srgbClr val="E2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87" name="Google Shape;687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47750" y="2286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8" name="Google Shape;688;p11"/>
            <p:cNvSpPr txBox="1"/>
            <p:nvPr/>
          </p:nvSpPr>
          <p:spPr>
            <a:xfrm>
              <a:off x="142875" y="762000"/>
              <a:ext cx="2190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600">
                  <a:solidFill>
                    <a:srgbClr val="374B5B"/>
                  </a:solidFill>
                  <a:latin typeface="Calibri"/>
                  <a:ea typeface="Calibri"/>
                  <a:cs typeface="Calibri"/>
                  <a:sym typeface="Calibri"/>
                </a:rPr>
                <a:t>برنامج سحابي</a:t>
              </a:r>
              <a:endParaRPr b="1" sz="1600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9" name="Google Shape;689;p11"/>
          <p:cNvGrpSpPr/>
          <p:nvPr/>
        </p:nvGrpSpPr>
        <p:grpSpPr>
          <a:xfrm>
            <a:off x="3333750" y="1143000"/>
            <a:ext cx="2476500" cy="1524000"/>
            <a:chOff x="0" y="0"/>
            <a:chExt cx="2476500" cy="1524000"/>
          </a:xfrm>
        </p:grpSpPr>
        <p:sp>
          <p:nvSpPr>
            <p:cNvPr id="690" name="Google Shape;690;p11"/>
            <p:cNvSpPr/>
            <p:nvPr/>
          </p:nvSpPr>
          <p:spPr>
            <a:xfrm>
              <a:off x="0" y="0"/>
              <a:ext cx="2476500" cy="1524000"/>
            </a:xfrm>
            <a:prstGeom prst="roundRect">
              <a:avLst>
                <a:gd fmla="val 7500" name="adj"/>
              </a:avLst>
            </a:prstGeom>
            <a:solidFill>
              <a:srgbClr val="F2F8F6"/>
            </a:solidFill>
            <a:ln cap="flat" cmpd="sng" w="14300">
              <a:solidFill>
                <a:srgbClr val="ABD3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1"/>
            <p:cNvSpPr/>
            <p:nvPr/>
          </p:nvSpPr>
          <p:spPr>
            <a:xfrm>
              <a:off x="971550" y="152400"/>
              <a:ext cx="533400" cy="533400"/>
            </a:xfrm>
            <a:prstGeom prst="ellipse">
              <a:avLst/>
            </a:prstGeom>
            <a:solidFill>
              <a:srgbClr val="E2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92" name="Google Shape;69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47750" y="2286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3" name="Google Shape;693;p11"/>
            <p:cNvSpPr txBox="1"/>
            <p:nvPr/>
          </p:nvSpPr>
          <p:spPr>
            <a:xfrm>
              <a:off x="142875" y="762000"/>
              <a:ext cx="2190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500">
                  <a:solidFill>
                    <a:srgbClr val="374B5B"/>
                  </a:solidFill>
                  <a:latin typeface="Calibri"/>
                  <a:ea typeface="Calibri"/>
                  <a:cs typeface="Calibri"/>
                  <a:sym typeface="Calibri"/>
                </a:rPr>
                <a:t>إمكانية تصدير البيانات عبر الاكسيل</a:t>
              </a:r>
              <a:endParaRPr b="1" sz="1500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4" name="Google Shape;694;p11"/>
          <p:cNvGrpSpPr/>
          <p:nvPr/>
        </p:nvGrpSpPr>
        <p:grpSpPr>
          <a:xfrm>
            <a:off x="619125" y="1143000"/>
            <a:ext cx="2476500" cy="1524000"/>
            <a:chOff x="0" y="0"/>
            <a:chExt cx="2476500" cy="1524000"/>
          </a:xfrm>
        </p:grpSpPr>
        <p:sp>
          <p:nvSpPr>
            <p:cNvPr id="695" name="Google Shape;695;p11"/>
            <p:cNvSpPr/>
            <p:nvPr/>
          </p:nvSpPr>
          <p:spPr>
            <a:xfrm>
              <a:off x="0" y="0"/>
              <a:ext cx="2476500" cy="1524000"/>
            </a:xfrm>
            <a:prstGeom prst="roundRect">
              <a:avLst>
                <a:gd fmla="val 7500" name="adj"/>
              </a:avLst>
            </a:prstGeom>
            <a:solidFill>
              <a:srgbClr val="F2F8F6"/>
            </a:solidFill>
            <a:ln cap="flat" cmpd="sng" w="14300">
              <a:solidFill>
                <a:srgbClr val="ABD3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1"/>
            <p:cNvSpPr/>
            <p:nvPr/>
          </p:nvSpPr>
          <p:spPr>
            <a:xfrm>
              <a:off x="971550" y="152400"/>
              <a:ext cx="533400" cy="533400"/>
            </a:xfrm>
            <a:prstGeom prst="ellipse">
              <a:avLst/>
            </a:prstGeom>
            <a:solidFill>
              <a:srgbClr val="E2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97" name="Google Shape;697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47750" y="2286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8" name="Google Shape;698;p11"/>
            <p:cNvSpPr txBox="1"/>
            <p:nvPr/>
          </p:nvSpPr>
          <p:spPr>
            <a:xfrm>
              <a:off x="142875" y="762000"/>
              <a:ext cx="2190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600">
                  <a:solidFill>
                    <a:srgbClr val="374B5B"/>
                  </a:solidFill>
                  <a:latin typeface="Calibri"/>
                  <a:ea typeface="Calibri"/>
                  <a:cs typeface="Calibri"/>
                  <a:sym typeface="Calibri"/>
                </a:rPr>
                <a:t>متعدد اللغات</a:t>
              </a:r>
              <a:endParaRPr b="1" sz="1600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9" name="Google Shape;699;p11"/>
          <p:cNvGrpSpPr/>
          <p:nvPr/>
        </p:nvGrpSpPr>
        <p:grpSpPr>
          <a:xfrm>
            <a:off x="4686300" y="2952750"/>
            <a:ext cx="2476500" cy="1524000"/>
            <a:chOff x="0" y="0"/>
            <a:chExt cx="2476500" cy="1524000"/>
          </a:xfrm>
        </p:grpSpPr>
        <p:sp>
          <p:nvSpPr>
            <p:cNvPr id="700" name="Google Shape;700;p11"/>
            <p:cNvSpPr/>
            <p:nvPr/>
          </p:nvSpPr>
          <p:spPr>
            <a:xfrm>
              <a:off x="0" y="0"/>
              <a:ext cx="2476500" cy="1524000"/>
            </a:xfrm>
            <a:prstGeom prst="roundRect">
              <a:avLst>
                <a:gd fmla="val 7500" name="adj"/>
              </a:avLst>
            </a:prstGeom>
            <a:solidFill>
              <a:srgbClr val="F2F8F6"/>
            </a:solidFill>
            <a:ln cap="flat" cmpd="sng" w="14300">
              <a:solidFill>
                <a:srgbClr val="ABD3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1"/>
            <p:cNvSpPr/>
            <p:nvPr/>
          </p:nvSpPr>
          <p:spPr>
            <a:xfrm>
              <a:off x="971550" y="152400"/>
              <a:ext cx="533400" cy="533400"/>
            </a:xfrm>
            <a:prstGeom prst="ellipse">
              <a:avLst/>
            </a:prstGeom>
            <a:solidFill>
              <a:srgbClr val="E2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02" name="Google Shape;702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47750" y="2286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3" name="Google Shape;703;p11"/>
            <p:cNvSpPr txBox="1"/>
            <p:nvPr/>
          </p:nvSpPr>
          <p:spPr>
            <a:xfrm>
              <a:off x="142875" y="762000"/>
              <a:ext cx="2190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600">
                  <a:solidFill>
                    <a:srgbClr val="374B5B"/>
                  </a:solidFill>
                  <a:latin typeface="Calibri"/>
                  <a:ea typeface="Calibri"/>
                  <a:cs typeface="Calibri"/>
                  <a:sym typeface="Calibri"/>
                </a:rPr>
                <a:t>صلاحيات المستخدمين</a:t>
              </a:r>
              <a:endParaRPr b="1" sz="1600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4" name="Google Shape;704;p11"/>
          <p:cNvGrpSpPr/>
          <p:nvPr/>
        </p:nvGrpSpPr>
        <p:grpSpPr>
          <a:xfrm>
            <a:off x="1981200" y="2952750"/>
            <a:ext cx="2476500" cy="1524000"/>
            <a:chOff x="0" y="0"/>
            <a:chExt cx="2476500" cy="1524000"/>
          </a:xfrm>
        </p:grpSpPr>
        <p:sp>
          <p:nvSpPr>
            <p:cNvPr id="705" name="Google Shape;705;p11"/>
            <p:cNvSpPr/>
            <p:nvPr/>
          </p:nvSpPr>
          <p:spPr>
            <a:xfrm>
              <a:off x="0" y="0"/>
              <a:ext cx="2476500" cy="1524000"/>
            </a:xfrm>
            <a:prstGeom prst="roundRect">
              <a:avLst>
                <a:gd fmla="val 7500" name="adj"/>
              </a:avLst>
            </a:prstGeom>
            <a:solidFill>
              <a:srgbClr val="F2F8F6"/>
            </a:solidFill>
            <a:ln cap="flat" cmpd="sng" w="14300">
              <a:solidFill>
                <a:srgbClr val="ABD3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1"/>
            <p:cNvSpPr/>
            <p:nvPr/>
          </p:nvSpPr>
          <p:spPr>
            <a:xfrm>
              <a:off x="971550" y="152400"/>
              <a:ext cx="533400" cy="533400"/>
            </a:xfrm>
            <a:prstGeom prst="ellipse">
              <a:avLst/>
            </a:prstGeom>
            <a:solidFill>
              <a:srgbClr val="E2EF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07" name="Google Shape;707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47750" y="2286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8" name="Google Shape;708;p11"/>
            <p:cNvSpPr txBox="1"/>
            <p:nvPr/>
          </p:nvSpPr>
          <p:spPr>
            <a:xfrm>
              <a:off x="142875" y="762000"/>
              <a:ext cx="2190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1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ar-SA" sz="1600">
                  <a:solidFill>
                    <a:srgbClr val="374B5B"/>
                  </a:solidFill>
                  <a:latin typeface="Calibri"/>
                  <a:ea typeface="Calibri"/>
                  <a:cs typeface="Calibri"/>
                  <a:sym typeface="Calibri"/>
                </a:rPr>
                <a:t>يعمل من أي جهاز</a:t>
              </a:r>
              <a:endParaRPr b="1" sz="1600">
                <a:solidFill>
                  <a:srgbClr val="374B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2"/>
          <p:cNvSpPr txBox="1"/>
          <p:nvPr>
            <p:ph type="title"/>
          </p:nvPr>
        </p:nvSpPr>
        <p:spPr>
          <a:xfrm>
            <a:off x="428978" y="1183336"/>
            <a:ext cx="7822386" cy="167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b="1" lang="ar-SA">
                <a:latin typeface="Calibri"/>
                <a:ea typeface="Calibri"/>
                <a:cs typeface="Calibri"/>
                <a:sym typeface="Calibri"/>
              </a:rPr>
              <a:t>شكراً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2"/>
          <p:cNvSpPr txBox="1"/>
          <p:nvPr>
            <p:ph idx="1" type="subTitle"/>
          </p:nvPr>
        </p:nvSpPr>
        <p:spPr>
          <a:xfrm>
            <a:off x="2011077" y="3309046"/>
            <a:ext cx="5050800" cy="6555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ar-SA" sz="2800">
                <a:latin typeface="Calibri"/>
                <a:ea typeface="Calibri"/>
                <a:cs typeface="Calibri"/>
                <a:sym typeface="Calibri"/>
              </a:rPr>
              <a:t>يمكنك طلب </a:t>
            </a:r>
            <a:r>
              <a:rPr lang="ar-SA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ديمو</a:t>
            </a:r>
            <a:r>
              <a:rPr lang="ar-SA" sz="2800">
                <a:latin typeface="Calibri"/>
                <a:ea typeface="Calibri"/>
                <a:cs typeface="Calibri"/>
                <a:sym typeface="Calibri"/>
              </a:rPr>
              <a:t> توضيحي مجانا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5" name="Google Shape;715;p12"/>
          <p:cNvGrpSpPr/>
          <p:nvPr/>
        </p:nvGrpSpPr>
        <p:grpSpPr>
          <a:xfrm>
            <a:off x="892636" y="4314506"/>
            <a:ext cx="1341803" cy="289320"/>
            <a:chOff x="7774275" y="4478525"/>
            <a:chExt cx="581925" cy="125475"/>
          </a:xfrm>
        </p:grpSpPr>
        <p:sp>
          <p:nvSpPr>
            <p:cNvPr id="716" name="Google Shape;716;p12"/>
            <p:cNvSpPr/>
            <p:nvPr/>
          </p:nvSpPr>
          <p:spPr>
            <a:xfrm>
              <a:off x="7774275" y="4478525"/>
              <a:ext cx="36250" cy="36950"/>
            </a:xfrm>
            <a:custGeom>
              <a:rect b="b" l="l" r="r" t="t"/>
              <a:pathLst>
                <a:path extrusionOk="0" h="1478" w="1450">
                  <a:moveTo>
                    <a:pt x="725" y="1"/>
                  </a:moveTo>
                  <a:cubicBezTo>
                    <a:pt x="335" y="1"/>
                    <a:pt x="0" y="335"/>
                    <a:pt x="0" y="753"/>
                  </a:cubicBezTo>
                  <a:cubicBezTo>
                    <a:pt x="0" y="1143"/>
                    <a:pt x="335" y="1478"/>
                    <a:pt x="725" y="1478"/>
                  </a:cubicBezTo>
                  <a:cubicBezTo>
                    <a:pt x="1143" y="1478"/>
                    <a:pt x="1450" y="1143"/>
                    <a:pt x="1450" y="753"/>
                  </a:cubicBezTo>
                  <a:cubicBezTo>
                    <a:pt x="1450" y="335"/>
                    <a:pt x="1143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12"/>
            <p:cNvSpPr/>
            <p:nvPr/>
          </p:nvSpPr>
          <p:spPr>
            <a:xfrm>
              <a:off x="7879500" y="4478525"/>
              <a:ext cx="36975" cy="36950"/>
            </a:xfrm>
            <a:custGeom>
              <a:rect b="b" l="l" r="r" t="t"/>
              <a:pathLst>
                <a:path extrusionOk="0" h="1478" w="1479">
                  <a:moveTo>
                    <a:pt x="725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25" y="1478"/>
                  </a:cubicBezTo>
                  <a:cubicBezTo>
                    <a:pt x="1144" y="1478"/>
                    <a:pt x="1478" y="1143"/>
                    <a:pt x="1478" y="753"/>
                  </a:cubicBezTo>
                  <a:cubicBezTo>
                    <a:pt x="1478" y="335"/>
                    <a:pt x="1144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12"/>
            <p:cNvSpPr/>
            <p:nvPr/>
          </p:nvSpPr>
          <p:spPr>
            <a:xfrm>
              <a:off x="7985425" y="4478525"/>
              <a:ext cx="36275" cy="36950"/>
            </a:xfrm>
            <a:custGeom>
              <a:rect b="b" l="l" r="r" t="t"/>
              <a:pathLst>
                <a:path extrusionOk="0" h="1478" w="1451">
                  <a:moveTo>
                    <a:pt x="725" y="1"/>
                  </a:moveTo>
                  <a:cubicBezTo>
                    <a:pt x="307" y="1"/>
                    <a:pt x="1" y="335"/>
                    <a:pt x="1" y="753"/>
                  </a:cubicBezTo>
                  <a:cubicBezTo>
                    <a:pt x="1" y="1143"/>
                    <a:pt x="307" y="1478"/>
                    <a:pt x="725" y="1478"/>
                  </a:cubicBezTo>
                  <a:cubicBezTo>
                    <a:pt x="1116" y="1478"/>
                    <a:pt x="1450" y="1143"/>
                    <a:pt x="1450" y="753"/>
                  </a:cubicBezTo>
                  <a:cubicBezTo>
                    <a:pt x="1450" y="335"/>
                    <a:pt x="1116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12"/>
            <p:cNvSpPr/>
            <p:nvPr/>
          </p:nvSpPr>
          <p:spPr>
            <a:xfrm>
              <a:off x="8090650" y="4478525"/>
              <a:ext cx="36275" cy="36950"/>
            </a:xfrm>
            <a:custGeom>
              <a:rect b="b" l="l" r="r" t="t"/>
              <a:pathLst>
                <a:path extrusionOk="0" h="1478" w="1451">
                  <a:moveTo>
                    <a:pt x="726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26" y="1478"/>
                  </a:cubicBezTo>
                  <a:cubicBezTo>
                    <a:pt x="1116" y="1478"/>
                    <a:pt x="1450" y="1143"/>
                    <a:pt x="1450" y="753"/>
                  </a:cubicBezTo>
                  <a:cubicBezTo>
                    <a:pt x="1450" y="335"/>
                    <a:pt x="1116" y="1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12"/>
            <p:cNvSpPr/>
            <p:nvPr/>
          </p:nvSpPr>
          <p:spPr>
            <a:xfrm>
              <a:off x="8196575" y="4478525"/>
              <a:ext cx="36975" cy="36950"/>
            </a:xfrm>
            <a:custGeom>
              <a:rect b="b" l="l" r="r" t="t"/>
              <a:pathLst>
                <a:path extrusionOk="0" h="1478" w="1479">
                  <a:moveTo>
                    <a:pt x="754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54" y="1478"/>
                  </a:cubicBezTo>
                  <a:cubicBezTo>
                    <a:pt x="1144" y="1478"/>
                    <a:pt x="1478" y="1143"/>
                    <a:pt x="1478" y="753"/>
                  </a:cubicBezTo>
                  <a:cubicBezTo>
                    <a:pt x="1478" y="335"/>
                    <a:pt x="1144" y="1"/>
                    <a:pt x="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12"/>
            <p:cNvSpPr/>
            <p:nvPr/>
          </p:nvSpPr>
          <p:spPr>
            <a:xfrm>
              <a:off x="7898325" y="4567725"/>
              <a:ext cx="36250" cy="36275"/>
            </a:xfrm>
            <a:custGeom>
              <a:rect b="b" l="l" r="r" t="t"/>
              <a:pathLst>
                <a:path extrusionOk="0" h="1451" w="1450">
                  <a:moveTo>
                    <a:pt x="725" y="1"/>
                  </a:moveTo>
                  <a:cubicBezTo>
                    <a:pt x="307" y="1"/>
                    <a:pt x="0" y="335"/>
                    <a:pt x="0" y="725"/>
                  </a:cubicBezTo>
                  <a:cubicBezTo>
                    <a:pt x="0" y="1116"/>
                    <a:pt x="307" y="1450"/>
                    <a:pt x="725" y="1450"/>
                  </a:cubicBezTo>
                  <a:cubicBezTo>
                    <a:pt x="1115" y="1450"/>
                    <a:pt x="1450" y="1116"/>
                    <a:pt x="1450" y="725"/>
                  </a:cubicBezTo>
                  <a:cubicBezTo>
                    <a:pt x="1450" y="335"/>
                    <a:pt x="1115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12"/>
            <p:cNvSpPr/>
            <p:nvPr/>
          </p:nvSpPr>
          <p:spPr>
            <a:xfrm>
              <a:off x="8003550" y="4567725"/>
              <a:ext cx="36250" cy="36275"/>
            </a:xfrm>
            <a:custGeom>
              <a:rect b="b" l="l" r="r" t="t"/>
              <a:pathLst>
                <a:path extrusionOk="0" h="1451" w="1450">
                  <a:moveTo>
                    <a:pt x="725" y="1"/>
                  </a:moveTo>
                  <a:cubicBezTo>
                    <a:pt x="335" y="1"/>
                    <a:pt x="0" y="335"/>
                    <a:pt x="0" y="725"/>
                  </a:cubicBezTo>
                  <a:cubicBezTo>
                    <a:pt x="0" y="1116"/>
                    <a:pt x="335" y="1450"/>
                    <a:pt x="725" y="1450"/>
                  </a:cubicBezTo>
                  <a:cubicBezTo>
                    <a:pt x="1115" y="1450"/>
                    <a:pt x="1450" y="1116"/>
                    <a:pt x="1450" y="725"/>
                  </a:cubicBezTo>
                  <a:cubicBezTo>
                    <a:pt x="1450" y="335"/>
                    <a:pt x="1115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12"/>
            <p:cNvSpPr/>
            <p:nvPr/>
          </p:nvSpPr>
          <p:spPr>
            <a:xfrm>
              <a:off x="8108775" y="4567725"/>
              <a:ext cx="36950" cy="36275"/>
            </a:xfrm>
            <a:custGeom>
              <a:rect b="b" l="l" r="r" t="t"/>
              <a:pathLst>
                <a:path extrusionOk="0" h="1451" w="1478">
                  <a:moveTo>
                    <a:pt x="725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25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12"/>
            <p:cNvSpPr/>
            <p:nvPr/>
          </p:nvSpPr>
          <p:spPr>
            <a:xfrm>
              <a:off x="8214000" y="4567725"/>
              <a:ext cx="36975" cy="36275"/>
            </a:xfrm>
            <a:custGeom>
              <a:rect b="b" l="l" r="r" t="t"/>
              <a:pathLst>
                <a:path extrusionOk="0" h="1451" w="1479">
                  <a:moveTo>
                    <a:pt x="753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53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12"/>
            <p:cNvSpPr/>
            <p:nvPr/>
          </p:nvSpPr>
          <p:spPr>
            <a:xfrm>
              <a:off x="8319225" y="4567725"/>
              <a:ext cx="36975" cy="36275"/>
            </a:xfrm>
            <a:custGeom>
              <a:rect b="b" l="l" r="r" t="t"/>
              <a:pathLst>
                <a:path extrusionOk="0" h="1451" w="1479">
                  <a:moveTo>
                    <a:pt x="754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54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6" name="Google Shape;726;p12"/>
          <p:cNvGrpSpPr/>
          <p:nvPr/>
        </p:nvGrpSpPr>
        <p:grpSpPr>
          <a:xfrm>
            <a:off x="6909561" y="539506"/>
            <a:ext cx="1341803" cy="289320"/>
            <a:chOff x="7774275" y="4478525"/>
            <a:chExt cx="581925" cy="125475"/>
          </a:xfrm>
        </p:grpSpPr>
        <p:sp>
          <p:nvSpPr>
            <p:cNvPr id="727" name="Google Shape;727;p12"/>
            <p:cNvSpPr/>
            <p:nvPr/>
          </p:nvSpPr>
          <p:spPr>
            <a:xfrm>
              <a:off x="7774275" y="4478525"/>
              <a:ext cx="36250" cy="36950"/>
            </a:xfrm>
            <a:custGeom>
              <a:rect b="b" l="l" r="r" t="t"/>
              <a:pathLst>
                <a:path extrusionOk="0" h="1478" w="1450">
                  <a:moveTo>
                    <a:pt x="725" y="1"/>
                  </a:moveTo>
                  <a:cubicBezTo>
                    <a:pt x="335" y="1"/>
                    <a:pt x="0" y="335"/>
                    <a:pt x="0" y="753"/>
                  </a:cubicBezTo>
                  <a:cubicBezTo>
                    <a:pt x="0" y="1143"/>
                    <a:pt x="335" y="1478"/>
                    <a:pt x="725" y="1478"/>
                  </a:cubicBezTo>
                  <a:cubicBezTo>
                    <a:pt x="1143" y="1478"/>
                    <a:pt x="1450" y="1143"/>
                    <a:pt x="1450" y="753"/>
                  </a:cubicBezTo>
                  <a:cubicBezTo>
                    <a:pt x="1450" y="335"/>
                    <a:pt x="1143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12"/>
            <p:cNvSpPr/>
            <p:nvPr/>
          </p:nvSpPr>
          <p:spPr>
            <a:xfrm>
              <a:off x="7879500" y="4478525"/>
              <a:ext cx="36975" cy="36950"/>
            </a:xfrm>
            <a:custGeom>
              <a:rect b="b" l="l" r="r" t="t"/>
              <a:pathLst>
                <a:path extrusionOk="0" h="1478" w="1479">
                  <a:moveTo>
                    <a:pt x="725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25" y="1478"/>
                  </a:cubicBezTo>
                  <a:cubicBezTo>
                    <a:pt x="1144" y="1478"/>
                    <a:pt x="1478" y="1143"/>
                    <a:pt x="1478" y="753"/>
                  </a:cubicBezTo>
                  <a:cubicBezTo>
                    <a:pt x="1478" y="335"/>
                    <a:pt x="1144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12"/>
            <p:cNvSpPr/>
            <p:nvPr/>
          </p:nvSpPr>
          <p:spPr>
            <a:xfrm>
              <a:off x="7985425" y="4478525"/>
              <a:ext cx="36275" cy="36950"/>
            </a:xfrm>
            <a:custGeom>
              <a:rect b="b" l="l" r="r" t="t"/>
              <a:pathLst>
                <a:path extrusionOk="0" h="1478" w="1451">
                  <a:moveTo>
                    <a:pt x="725" y="1"/>
                  </a:moveTo>
                  <a:cubicBezTo>
                    <a:pt x="307" y="1"/>
                    <a:pt x="1" y="335"/>
                    <a:pt x="1" y="753"/>
                  </a:cubicBezTo>
                  <a:cubicBezTo>
                    <a:pt x="1" y="1143"/>
                    <a:pt x="307" y="1478"/>
                    <a:pt x="725" y="1478"/>
                  </a:cubicBezTo>
                  <a:cubicBezTo>
                    <a:pt x="1116" y="1478"/>
                    <a:pt x="1450" y="1143"/>
                    <a:pt x="1450" y="753"/>
                  </a:cubicBezTo>
                  <a:cubicBezTo>
                    <a:pt x="1450" y="335"/>
                    <a:pt x="1116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12"/>
            <p:cNvSpPr/>
            <p:nvPr/>
          </p:nvSpPr>
          <p:spPr>
            <a:xfrm>
              <a:off x="8090650" y="4478525"/>
              <a:ext cx="36275" cy="36950"/>
            </a:xfrm>
            <a:custGeom>
              <a:rect b="b" l="l" r="r" t="t"/>
              <a:pathLst>
                <a:path extrusionOk="0" h="1478" w="1451">
                  <a:moveTo>
                    <a:pt x="726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26" y="1478"/>
                  </a:cubicBezTo>
                  <a:cubicBezTo>
                    <a:pt x="1116" y="1478"/>
                    <a:pt x="1450" y="1143"/>
                    <a:pt x="1450" y="753"/>
                  </a:cubicBezTo>
                  <a:cubicBezTo>
                    <a:pt x="1450" y="335"/>
                    <a:pt x="1116" y="1"/>
                    <a:pt x="7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12"/>
            <p:cNvSpPr/>
            <p:nvPr/>
          </p:nvSpPr>
          <p:spPr>
            <a:xfrm>
              <a:off x="8196575" y="4478525"/>
              <a:ext cx="36975" cy="36950"/>
            </a:xfrm>
            <a:custGeom>
              <a:rect b="b" l="l" r="r" t="t"/>
              <a:pathLst>
                <a:path extrusionOk="0" h="1478" w="1479">
                  <a:moveTo>
                    <a:pt x="754" y="1"/>
                  </a:moveTo>
                  <a:cubicBezTo>
                    <a:pt x="335" y="1"/>
                    <a:pt x="1" y="335"/>
                    <a:pt x="1" y="753"/>
                  </a:cubicBezTo>
                  <a:cubicBezTo>
                    <a:pt x="1" y="1143"/>
                    <a:pt x="335" y="1478"/>
                    <a:pt x="754" y="1478"/>
                  </a:cubicBezTo>
                  <a:cubicBezTo>
                    <a:pt x="1144" y="1478"/>
                    <a:pt x="1478" y="1143"/>
                    <a:pt x="1478" y="753"/>
                  </a:cubicBezTo>
                  <a:cubicBezTo>
                    <a:pt x="1478" y="335"/>
                    <a:pt x="1144" y="1"/>
                    <a:pt x="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12"/>
            <p:cNvSpPr/>
            <p:nvPr/>
          </p:nvSpPr>
          <p:spPr>
            <a:xfrm>
              <a:off x="7898325" y="4567725"/>
              <a:ext cx="36250" cy="36275"/>
            </a:xfrm>
            <a:custGeom>
              <a:rect b="b" l="l" r="r" t="t"/>
              <a:pathLst>
                <a:path extrusionOk="0" h="1451" w="1450">
                  <a:moveTo>
                    <a:pt x="725" y="1"/>
                  </a:moveTo>
                  <a:cubicBezTo>
                    <a:pt x="307" y="1"/>
                    <a:pt x="0" y="335"/>
                    <a:pt x="0" y="725"/>
                  </a:cubicBezTo>
                  <a:cubicBezTo>
                    <a:pt x="0" y="1116"/>
                    <a:pt x="307" y="1450"/>
                    <a:pt x="725" y="1450"/>
                  </a:cubicBezTo>
                  <a:cubicBezTo>
                    <a:pt x="1115" y="1450"/>
                    <a:pt x="1450" y="1116"/>
                    <a:pt x="1450" y="725"/>
                  </a:cubicBezTo>
                  <a:cubicBezTo>
                    <a:pt x="1450" y="335"/>
                    <a:pt x="1115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12"/>
            <p:cNvSpPr/>
            <p:nvPr/>
          </p:nvSpPr>
          <p:spPr>
            <a:xfrm>
              <a:off x="8003550" y="4567725"/>
              <a:ext cx="36250" cy="36275"/>
            </a:xfrm>
            <a:custGeom>
              <a:rect b="b" l="l" r="r" t="t"/>
              <a:pathLst>
                <a:path extrusionOk="0" h="1451" w="1450">
                  <a:moveTo>
                    <a:pt x="725" y="1"/>
                  </a:moveTo>
                  <a:cubicBezTo>
                    <a:pt x="335" y="1"/>
                    <a:pt x="0" y="335"/>
                    <a:pt x="0" y="725"/>
                  </a:cubicBezTo>
                  <a:cubicBezTo>
                    <a:pt x="0" y="1116"/>
                    <a:pt x="335" y="1450"/>
                    <a:pt x="725" y="1450"/>
                  </a:cubicBezTo>
                  <a:cubicBezTo>
                    <a:pt x="1115" y="1450"/>
                    <a:pt x="1450" y="1116"/>
                    <a:pt x="1450" y="725"/>
                  </a:cubicBezTo>
                  <a:cubicBezTo>
                    <a:pt x="1450" y="335"/>
                    <a:pt x="1115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12"/>
            <p:cNvSpPr/>
            <p:nvPr/>
          </p:nvSpPr>
          <p:spPr>
            <a:xfrm>
              <a:off x="8108775" y="4567725"/>
              <a:ext cx="36950" cy="36275"/>
            </a:xfrm>
            <a:custGeom>
              <a:rect b="b" l="l" r="r" t="t"/>
              <a:pathLst>
                <a:path extrusionOk="0" h="1451" w="1478">
                  <a:moveTo>
                    <a:pt x="725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25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12"/>
            <p:cNvSpPr/>
            <p:nvPr/>
          </p:nvSpPr>
          <p:spPr>
            <a:xfrm>
              <a:off x="8214000" y="4567725"/>
              <a:ext cx="36975" cy="36275"/>
            </a:xfrm>
            <a:custGeom>
              <a:rect b="b" l="l" r="r" t="t"/>
              <a:pathLst>
                <a:path extrusionOk="0" h="1451" w="1479">
                  <a:moveTo>
                    <a:pt x="753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53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12"/>
            <p:cNvSpPr/>
            <p:nvPr/>
          </p:nvSpPr>
          <p:spPr>
            <a:xfrm>
              <a:off x="8319225" y="4567725"/>
              <a:ext cx="36975" cy="36275"/>
            </a:xfrm>
            <a:custGeom>
              <a:rect b="b" l="l" r="r" t="t"/>
              <a:pathLst>
                <a:path extrusionOk="0" h="1451" w="1479">
                  <a:moveTo>
                    <a:pt x="754" y="1"/>
                  </a:moveTo>
                  <a:cubicBezTo>
                    <a:pt x="335" y="1"/>
                    <a:pt x="1" y="335"/>
                    <a:pt x="1" y="725"/>
                  </a:cubicBezTo>
                  <a:cubicBezTo>
                    <a:pt x="1" y="1116"/>
                    <a:pt x="335" y="1450"/>
                    <a:pt x="754" y="1450"/>
                  </a:cubicBezTo>
                  <a:cubicBezTo>
                    <a:pt x="1144" y="1450"/>
                    <a:pt x="1478" y="1116"/>
                    <a:pt x="1478" y="725"/>
                  </a:cubicBezTo>
                  <a:cubicBezTo>
                    <a:pt x="1478" y="335"/>
                    <a:pt x="1144" y="1"/>
                    <a:pt x="7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heumatoid Awareness Day by Slidesgo">
  <a:themeElements>
    <a:clrScheme name="Simple Light">
      <a:dk1>
        <a:srgbClr val="374B5B"/>
      </a:dk1>
      <a:lt1>
        <a:srgbClr val="FFFFFF"/>
      </a:lt1>
      <a:dk2>
        <a:srgbClr val="5785A8"/>
      </a:dk2>
      <a:lt2>
        <a:srgbClr val="7BBCBD"/>
      </a:lt2>
      <a:accent1>
        <a:srgbClr val="B1D9C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74B5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